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 txBox="1"/>
          <p:nvPr/>
        </p:nvSpPr>
        <p:spPr>
          <a:xfrm>
            <a:off x="450000" y="180000"/>
            <a:ext cx="11300000" cy="6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2900" b="1">
                <a:solidFill>
                  <a:srgbClr val="0F172A"/>
                </a:solidFill>
              </a:rPr>
              <a:t>電磁誘導：磁束の時間変化が電圧になる</a:t>
            </a:r>
          </a:p>
        </p:txBody>
      </p:sp>
      <p:sp>
        <p:nvSpPr>
          <p:cNvPr id="3" name="b3"/>
          <p:cNvSpPr txBox="1"/>
          <p:nvPr/>
        </p:nvSpPr>
        <p:spPr>
          <a:xfrm>
            <a:off x="550000" y="1100000"/>
            <a:ext cx="3500000" cy="1800000"/>
          </a:xfrm>
          <a:prstGeom prst="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00" b="1">
                <a:solidFill>
                  <a:srgbClr val="075985"/>
                </a:solidFill>
              </a:rPr>
              <a:t>0系主変圧器（教育用簡略）</a:t>
            </a:r>
          </a:p>
          <a:p>
            <a:pPr algn="l"/>
            <a:r>
              <a:rPr lang="ja-JP" sz="1900" b="1">
                <a:solidFill>
                  <a:srgbClr val="075985"/>
                </a:solidFill>
              </a:rPr>
              <a:t>一次巻線 N₁ → 鉄心の磁束 Φ(t)</a:t>
            </a:r>
          </a:p>
          <a:p>
            <a:pPr algn="l"/>
            <a:r>
              <a:rPr lang="ja-JP" sz="1900" b="1">
                <a:solidFill>
                  <a:srgbClr val="075985"/>
                </a:solidFill>
              </a:rPr>
              <a:t>→ 二次巻線 N₂</a:t>
            </a:r>
          </a:p>
        </p:txBody>
      </p:sp>
      <p:sp>
        <p:nvSpPr>
          <p:cNvPr id="4" name="b4"/>
          <p:cNvSpPr txBox="1"/>
          <p:nvPr/>
        </p:nvSpPr>
        <p:spPr>
          <a:xfrm>
            <a:off x="4300000" y="1100000"/>
            <a:ext cx="7300000" cy="100000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2500" b="1">
                <a:solidFill>
                  <a:srgbClr val="92400E"/>
                </a:solidFill>
              </a:rPr>
              <a:t>Ψ = NΦ</a:t>
            </a:r>
          </a:p>
          <a:p>
            <a:pPr algn="l"/>
            <a:r>
              <a:rPr lang="ja-JP" sz="2500" b="1">
                <a:solidFill>
                  <a:srgbClr val="92400E"/>
                </a:solidFill>
              </a:rPr>
              <a:t>e = −dΨ/dt = −N dΦ/dt</a:t>
            </a:r>
          </a:p>
        </p:txBody>
      </p:sp>
      <p:sp>
        <p:nvSpPr>
          <p:cNvPr id="5" name="b5"/>
          <p:cNvSpPr txBox="1"/>
          <p:nvPr/>
        </p:nvSpPr>
        <p:spPr>
          <a:xfrm>
            <a:off x="4300000" y="2350000"/>
            <a:ext cx="7300000" cy="1050000"/>
          </a:xfrm>
          <a:prstGeom prst="rect">
            <a:avLst/>
          </a:prstGeom>
          <a:solidFill>
            <a:srgbClr val="FFF7ED"/>
          </a:solidFill>
          <a:ln>
            <a:solidFill>
              <a:srgbClr val="FB923C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00" b="1">
                <a:solidFill>
                  <a:srgbClr val="9A3412"/>
                </a:solidFill>
              </a:rPr>
              <a:t>レンツの法則</a:t>
            </a:r>
          </a:p>
          <a:p>
            <a:pPr algn="l"/>
            <a:r>
              <a:rPr lang="ja-JP" sz="1900" b="1">
                <a:solidFill>
                  <a:srgbClr val="9A3412"/>
                </a:solidFill>
              </a:rPr>
              <a:t>負号＝磁束の変化を妨げる向き</a:t>
            </a:r>
          </a:p>
        </p:txBody>
      </p:sp>
      <p:sp>
        <p:nvSpPr>
          <p:cNvPr id="6" name="b6"/>
          <p:cNvSpPr txBox="1"/>
          <p:nvPr/>
        </p:nvSpPr>
        <p:spPr>
          <a:xfrm>
            <a:off x="550000" y="3800000"/>
            <a:ext cx="5200000" cy="1450000"/>
          </a:xfrm>
          <a:prstGeom prst="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00" b="1">
                <a:solidFill>
                  <a:srgbClr val="065F46"/>
                </a:solidFill>
              </a:rPr>
              <a:t>自己インダクタンス</a:t>
            </a:r>
          </a:p>
          <a:p>
            <a:pPr algn="l"/>
            <a:r>
              <a:rPr lang="ja-JP" sz="1900" b="1">
                <a:solidFill>
                  <a:srgbClr val="065F46"/>
                </a:solidFill>
              </a:rPr>
              <a:t>Ψ=Li</a:t>
            </a:r>
          </a:p>
          <a:p>
            <a:pPr algn="l"/>
            <a:r>
              <a:rPr lang="ja-JP" sz="1900" b="1">
                <a:solidFill>
                  <a:srgbClr val="065F46"/>
                </a:solidFill>
              </a:rPr>
              <a:t>一般式 e=−d(Li)/dt</a:t>
            </a:r>
          </a:p>
          <a:p>
            <a:pPr algn="l"/>
            <a:r>
              <a:rPr lang="ja-JP" sz="1900" b="1">
                <a:solidFill>
                  <a:srgbClr val="065F46"/>
                </a:solidFill>
              </a:rPr>
              <a:t>L一定なら e=−Ldi/dt</a:t>
            </a:r>
          </a:p>
        </p:txBody>
      </p:sp>
      <p:sp>
        <p:nvSpPr>
          <p:cNvPr id="7" name="b7"/>
          <p:cNvSpPr txBox="1"/>
          <p:nvPr/>
        </p:nvSpPr>
        <p:spPr>
          <a:xfrm>
            <a:off x="6250000" y="3800000"/>
            <a:ext cx="5350000" cy="1450000"/>
          </a:xfrm>
          <a:prstGeom prst="rect">
            <a:avLst/>
          </a:prstGeom>
          <a:solidFill>
            <a:srgbClr val="F5F3FF"/>
          </a:solidFill>
          <a:ln>
            <a:solidFill>
              <a:srgbClr val="A78BFA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00" b="1">
                <a:solidFill>
                  <a:srgbClr val="5B21B6"/>
                </a:solidFill>
              </a:rPr>
              <a:t>抵抗ゼロ短絡</a:t>
            </a:r>
          </a:p>
          <a:p>
            <a:pPr algn="l"/>
            <a:r>
              <a:rPr lang="ja-JP" sz="1900" b="1">
                <a:solidFill>
                  <a:srgbClr val="5B21B6"/>
                </a:solidFill>
              </a:rPr>
              <a:t>Li = 一定</a:t>
            </a:r>
          </a:p>
          <a:p>
            <a:pPr algn="l"/>
            <a:r>
              <a:rPr lang="ja-JP" sz="1900" b="1">
                <a:solidFill>
                  <a:srgbClr val="5B21B6"/>
                </a:solidFill>
              </a:rPr>
              <a:t>磁気エネルギー</a:t>
            </a:r>
          </a:p>
          <a:p>
            <a:pPr algn="l"/>
            <a:r>
              <a:rPr lang="ja-JP" sz="1900" b="1">
                <a:solidFill>
                  <a:srgbClr val="5B21B6"/>
                </a:solidFill>
              </a:rPr>
              <a:t>W=Li²/2=Ψ²/(2L)</a:t>
            </a:r>
          </a:p>
        </p:txBody>
      </p:sp>
      <p:sp>
        <p:nvSpPr>
          <p:cNvPr id="20" name="b20"/>
          <p:cNvSpPr txBox="1"/>
          <p:nvPr/>
        </p:nvSpPr>
        <p:spPr>
          <a:xfrm>
            <a:off x="450000" y="6400000"/>
            <a:ext cx="1130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000" b="0">
                <a:solidFill>
                  <a:srgbClr val="64748B"/>
                </a:solidFill>
              </a:rPr>
              <a:t>Topic 06｜一次5問・16小問｜二次数合わせ0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 txBox="1"/>
          <p:nvPr/>
        </p:nvSpPr>
        <p:spPr>
          <a:xfrm>
            <a:off x="450000" y="180000"/>
            <a:ext cx="11300000" cy="6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2900" b="1">
                <a:solidFill>
                  <a:srgbClr val="0F172A"/>
                </a:solidFill>
              </a:rPr>
              <a:t>相互誘導・位置変化：結合と連鎖律</a:t>
            </a:r>
          </a:p>
        </p:txBody>
      </p:sp>
      <p:sp>
        <p:nvSpPr>
          <p:cNvPr id="3" name="b3"/>
          <p:cNvSpPr txBox="1"/>
          <p:nvPr/>
        </p:nvSpPr>
        <p:spPr>
          <a:xfrm>
            <a:off x="550000" y="1100000"/>
            <a:ext cx="5300000" cy="1450000"/>
          </a:xfrm>
          <a:prstGeom prst="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50" b="1">
                <a:solidFill>
                  <a:srgbClr val="075985"/>
                </a:solidFill>
              </a:rPr>
              <a:t>相互インダクタンス</a:t>
            </a:r>
          </a:p>
          <a:p>
            <a:pPr algn="l"/>
            <a:r>
              <a:rPr lang="ja-JP" sz="1950" b="1">
                <a:solidFill>
                  <a:srgbClr val="075985"/>
                </a:solidFill>
              </a:rPr>
              <a:t>M=k√(L₁L₂), 0≤k≤1</a:t>
            </a:r>
          </a:p>
          <a:p>
            <a:pPr algn="l"/>
            <a:r>
              <a:rPr lang="ja-JP" sz="1950" b="1">
                <a:solidFill>
                  <a:srgbClr val="075985"/>
                </a:solidFill>
              </a:rPr>
              <a:t>Ψ₁=L₁i₁±Mi₂</a:t>
            </a:r>
          </a:p>
        </p:txBody>
      </p:sp>
      <p:sp>
        <p:nvSpPr>
          <p:cNvPr id="4" name="b4"/>
          <p:cNvSpPr txBox="1"/>
          <p:nvPr/>
        </p:nvSpPr>
        <p:spPr>
          <a:xfrm>
            <a:off x="6200000" y="1100000"/>
            <a:ext cx="5400000" cy="1450000"/>
          </a:xfrm>
          <a:prstGeom prst="rect">
            <a:avLst/>
          </a:prstGeom>
          <a:solidFill>
            <a:srgbClr val="F5F3FF"/>
          </a:solidFill>
          <a:ln>
            <a:solidFill>
              <a:srgbClr val="A78BFA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850" b="1">
                <a:solidFill>
                  <a:srgbClr val="5B21B6"/>
                </a:solidFill>
              </a:rPr>
              <a:t>2巻線の磁気エネルギー</a:t>
            </a:r>
          </a:p>
          <a:p>
            <a:pPr algn="l"/>
            <a:r>
              <a:rPr lang="ja-JP" sz="1850" b="1">
                <a:solidFill>
                  <a:srgbClr val="5B21B6"/>
                </a:solidFill>
              </a:rPr>
              <a:t>W=1/2L₁i₁²+1/2L₂i₂²±Mi₁i₂</a:t>
            </a:r>
          </a:p>
        </p:txBody>
      </p:sp>
      <p:sp>
        <p:nvSpPr>
          <p:cNvPr id="5" name="b5"/>
          <p:cNvSpPr txBox="1"/>
          <p:nvPr/>
        </p:nvSpPr>
        <p:spPr>
          <a:xfrm>
            <a:off x="550000" y="2900000"/>
            <a:ext cx="5300000" cy="1300000"/>
          </a:xfrm>
          <a:prstGeom prst="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50" b="1">
                <a:solidFill>
                  <a:srgbClr val="065F46"/>
                </a:solidFill>
              </a:rPr>
              <a:t>磁気抵抗 R が与えられる</a:t>
            </a:r>
          </a:p>
          <a:p>
            <a:pPr algn="l"/>
            <a:r>
              <a:rPr lang="ja-JP" sz="1950" b="1">
                <a:solidFill>
                  <a:srgbClr val="065F46"/>
                </a:solidFill>
              </a:rPr>
              <a:t>L=N²/R</a:t>
            </a:r>
          </a:p>
          <a:p>
            <a:pPr algn="l"/>
            <a:r>
              <a:rPr lang="ja-JP" sz="1950" b="1">
                <a:solidFill>
                  <a:srgbClr val="065F46"/>
                </a:solidFill>
              </a:rPr>
              <a:t>M=N₁N₂/R</a:t>
            </a:r>
          </a:p>
        </p:txBody>
      </p:sp>
      <p:sp>
        <p:nvSpPr>
          <p:cNvPr id="6" name="b6"/>
          <p:cNvSpPr txBox="1"/>
          <p:nvPr/>
        </p:nvSpPr>
        <p:spPr>
          <a:xfrm>
            <a:off x="6200000" y="2900000"/>
            <a:ext cx="5400000" cy="130000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950" b="1">
                <a:solidFill>
                  <a:srgbClr val="92400E"/>
                </a:solidFill>
              </a:rPr>
              <a:t>配置が変わる</a:t>
            </a:r>
          </a:p>
          <a:p>
            <a:pPr algn="l"/>
            <a:r>
              <a:rPr lang="ja-JP" sz="1950" b="1">
                <a:solidFill>
                  <a:srgbClr val="92400E"/>
                </a:solidFill>
              </a:rPr>
              <a:t>M(θ)=M₀cosθ</a:t>
            </a:r>
          </a:p>
          <a:p>
            <a:pPr algn="l"/>
            <a:r>
              <a:rPr lang="ja-JP" sz="1950" b="1">
                <a:solidFill>
                  <a:srgbClr val="92400E"/>
                </a:solidFill>
              </a:rPr>
              <a:t>e₁=−i₂ dM/dt</a:t>
            </a:r>
          </a:p>
        </p:txBody>
      </p:sp>
      <p:sp>
        <p:nvSpPr>
          <p:cNvPr id="7" name="b7"/>
          <p:cNvSpPr txBox="1"/>
          <p:nvPr/>
        </p:nvSpPr>
        <p:spPr>
          <a:xfrm>
            <a:off x="550000" y="4600000"/>
            <a:ext cx="11050000" cy="1000000"/>
          </a:xfrm>
          <a:prstGeom prst="rect">
            <a:avLst/>
          </a:prstGeom>
          <a:solidFill>
            <a:srgbClr val="FFF7ED"/>
          </a:solidFill>
          <a:ln>
            <a:solidFill>
              <a:srgbClr val="FB923C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750" b="1">
                <a:solidFill>
                  <a:srgbClr val="9A3412"/>
                </a:solidFill>
              </a:rPr>
              <a:t>移動コイル：dΨ/dt=(dΨ/dl)v → e=−(dΨ/dl)v</a:t>
            </a:r>
          </a:p>
          <a:p>
            <a:pPr algn="l"/>
            <a:r>
              <a:rPr lang="ja-JP" sz="1750" b="1">
                <a:solidFill>
                  <a:srgbClr val="9A3412"/>
                </a:solidFill>
              </a:rPr>
              <a:t>力・トルクは Topic 07。ここでは誘導起電力・磁気エネルギーまで。</a:t>
            </a:r>
          </a:p>
        </p:txBody>
      </p:sp>
      <p:sp>
        <p:nvSpPr>
          <p:cNvPr id="20" name="b20"/>
          <p:cNvSpPr txBox="1"/>
          <p:nvPr/>
        </p:nvSpPr>
        <p:spPr>
          <a:xfrm>
            <a:off x="450000" y="6400000"/>
            <a:ext cx="1130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000" b="0">
                <a:solidFill>
                  <a:srgbClr val="64748B"/>
                </a:solidFill>
              </a:rPr>
              <a:t>Topic 06｜一次5問・16小問｜二次数合わせ0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 txBox="1"/>
          <p:nvPr/>
        </p:nvSpPr>
        <p:spPr>
          <a:xfrm>
            <a:off x="450000" y="180000"/>
            <a:ext cx="11300000" cy="6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2900" b="1">
                <a:solidFill>
                  <a:srgbClr val="0F172A"/>
                </a:solidFill>
              </a:rPr>
              <a:t>過去問対応品質ゲート：固定範囲を崩さない</a:t>
            </a:r>
          </a:p>
        </p:txBody>
      </p:sp>
      <p:sp>
        <p:nvSpPr>
          <p:cNvPr id="3" name="b3"/>
          <p:cNvSpPr txBox="1"/>
          <p:nvPr/>
        </p:nvSpPr>
        <p:spPr>
          <a:xfrm>
            <a:off x="550000" y="1050000"/>
            <a:ext cx="5400000" cy="850000"/>
          </a:xfrm>
          <a:prstGeom prst="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550" b="1">
                <a:solidFill>
                  <a:srgbClr val="075985"/>
                </a:solidFill>
              </a:rPr>
              <a:t>R7 問2 (1)(2)(4)(5)</a:t>
            </a:r>
          </a:p>
          <a:p>
            <a:pPr algn="l"/>
            <a:r>
              <a:rPr lang="ja-JP" sz="1550" b="1">
                <a:solidFill>
                  <a:srgbClr val="075985"/>
                </a:solidFill>
              </a:rPr>
              <a:t>結合係数／エネルギー／鎖交磁束／ファラデー則</a:t>
            </a:r>
          </a:p>
        </p:txBody>
      </p:sp>
      <p:sp>
        <p:nvSpPr>
          <p:cNvPr id="4" name="b4"/>
          <p:cNvSpPr txBox="1"/>
          <p:nvPr/>
        </p:nvSpPr>
        <p:spPr>
          <a:xfrm>
            <a:off x="550000" y="2100000"/>
            <a:ext cx="5400000" cy="850000"/>
          </a:xfrm>
          <a:prstGeom prst="rect">
            <a:avLst/>
          </a:prstGeom>
          <a:solidFill>
            <a:srgbClr val="ECFDF5"/>
          </a:solidFill>
          <a:ln>
            <a:solidFill>
              <a:srgbClr val="34D399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550" b="1">
                <a:solidFill>
                  <a:srgbClr val="065F46"/>
                </a:solidFill>
              </a:rPr>
              <a:t>R5 問2 (2)〜(4)</a:t>
            </a:r>
          </a:p>
          <a:p>
            <a:pPr algn="l"/>
            <a:r>
              <a:rPr lang="ja-JP" sz="1550" b="1">
                <a:solidFill>
                  <a:srgbClr val="065F46"/>
                </a:solidFill>
              </a:rPr>
              <a:t>鎖交磁束変化／速度／ファラデー則</a:t>
            </a:r>
          </a:p>
        </p:txBody>
      </p:sp>
      <p:sp>
        <p:nvSpPr>
          <p:cNvPr id="5" name="b5"/>
          <p:cNvSpPr txBox="1"/>
          <p:nvPr/>
        </p:nvSpPr>
        <p:spPr>
          <a:xfrm>
            <a:off x="550000" y="3150000"/>
            <a:ext cx="5400000" cy="85000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550" b="1">
                <a:solidFill>
                  <a:srgbClr val="92400E"/>
                </a:solidFill>
              </a:rPr>
              <a:t>R2 問2 (1)〜(5)</a:t>
            </a:r>
          </a:p>
          <a:p>
            <a:pPr algn="l"/>
            <a:r>
              <a:rPr lang="ja-JP" sz="1550" b="1">
                <a:solidFill>
                  <a:srgbClr val="92400E"/>
                </a:solidFill>
              </a:rPr>
              <a:t>自己L／鎖交磁束保存／磁気エネルギー</a:t>
            </a:r>
          </a:p>
        </p:txBody>
      </p:sp>
      <p:sp>
        <p:nvSpPr>
          <p:cNvPr id="6" name="b6"/>
          <p:cNvSpPr txBox="1"/>
          <p:nvPr/>
        </p:nvSpPr>
        <p:spPr>
          <a:xfrm>
            <a:off x="550000" y="4200000"/>
            <a:ext cx="5400000" cy="850000"/>
          </a:xfrm>
          <a:prstGeom prst="rect">
            <a:avLst/>
          </a:prstGeom>
          <a:solidFill>
            <a:srgbClr val="F5F3FF"/>
          </a:solidFill>
          <a:ln>
            <a:solidFill>
              <a:srgbClr val="A78BFA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500" b="1">
                <a:solidFill>
                  <a:srgbClr val="5B21B6"/>
                </a:solidFill>
              </a:rPr>
              <a:t>H30 問2 (4)(5) / H28 問1 (3)(5)</a:t>
            </a:r>
          </a:p>
          <a:p>
            <a:pPr algn="l"/>
            <a:r>
              <a:rPr lang="ja-JP" sz="1500" b="1">
                <a:solidFill>
                  <a:srgbClr val="5B21B6"/>
                </a:solidFill>
              </a:rPr>
              <a:t>L=N₁²/R, M=N₁N₂/R / Ψ=Li, W=Li²/2</a:t>
            </a:r>
          </a:p>
        </p:txBody>
      </p:sp>
      <p:sp>
        <p:nvSpPr>
          <p:cNvPr id="7" name="b7"/>
          <p:cNvSpPr txBox="1"/>
          <p:nvPr/>
        </p:nvSpPr>
        <p:spPr>
          <a:xfrm>
            <a:off x="6350000" y="1050000"/>
            <a:ext cx="5250000" cy="1800000"/>
          </a:xfrm>
          <a:prstGeom prst="rect">
            <a:avLst/>
          </a:prstGeom>
          <a:solidFill>
            <a:srgbClr val="FFF7ED"/>
          </a:solidFill>
          <a:ln>
            <a:solidFill>
              <a:srgbClr val="FB923C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550" b="1">
                <a:solidFill>
                  <a:srgbClr val="9A3412"/>
                </a:solidFill>
              </a:rPr>
              <a:t>除外を維持</a:t>
            </a:r>
          </a:p>
          <a:p>
            <a:pPr algn="l"/>
            <a:r>
              <a:rPr lang="ja-JP" sz="1550" b="1">
                <a:solidFill>
                  <a:srgbClr val="9A3412"/>
                </a:solidFill>
              </a:rPr>
              <a:t>R8：前段ビオ・サバール依存</a:t>
            </a:r>
          </a:p>
          <a:p>
            <a:pPr algn="l"/>
            <a:r>
              <a:rPr lang="ja-JP" sz="1550" b="1">
                <a:solidFill>
                  <a:srgbClr val="9A3412"/>
                </a:solidFill>
              </a:rPr>
              <a:t>R7(3)：トルク</a:t>
            </a:r>
          </a:p>
          <a:p>
            <a:pPr algn="l"/>
            <a:r>
              <a:rPr lang="ja-JP" sz="1550" b="1">
                <a:solidFill>
                  <a:srgbClr val="9A3412"/>
                </a:solidFill>
              </a:rPr>
              <a:t>R5(1)(5)等：Topic 05依存</a:t>
            </a:r>
          </a:p>
        </p:txBody>
      </p:sp>
      <p:sp>
        <p:nvSpPr>
          <p:cNvPr id="8" name="b8"/>
          <p:cNvSpPr txBox="1"/>
          <p:nvPr/>
        </p:nvSpPr>
        <p:spPr>
          <a:xfrm>
            <a:off x="6350000" y="3350000"/>
            <a:ext cx="5250000" cy="1600000"/>
          </a:xfrm>
          <a:prstGeom prst="rect">
            <a:avLst/>
          </a:prstGeom>
          <a:solidFill>
            <a:srgbClr val="FEE2E2"/>
          </a:solidFill>
          <a:ln>
            <a:solidFill>
              <a:srgbClr val="F87171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700" b="1">
                <a:solidFill>
                  <a:srgbClr val="991B1B"/>
                </a:solidFill>
              </a:rPr>
              <a:t>二次 R7〜R5</a:t>
            </a:r>
          </a:p>
          <a:p>
            <a:pPr algn="l"/>
            <a:r>
              <a:rPr lang="ja-JP" sz="1700" b="1">
                <a:solidFill>
                  <a:srgbClr val="991B1B"/>
                </a:solidFill>
              </a:rPr>
              <a:t>固定範囲の直接対応なし</a:t>
            </a:r>
          </a:p>
          <a:p>
            <a:pPr algn="l"/>
            <a:r>
              <a:rPr lang="ja-JP" sz="1700" b="1">
                <a:solidFill>
                  <a:srgbClr val="991B1B"/>
                </a:solidFill>
              </a:rPr>
              <a:t>→ 数合わせで追加しない</a:t>
            </a:r>
          </a:p>
          <a:p>
            <a:pPr algn="l"/>
            <a:r>
              <a:rPr lang="ja-JP" sz="1700" b="1">
                <a:solidFill>
                  <a:srgbClr val="991B1B"/>
                </a:solidFill>
              </a:rPr>
              <a:t>固定範囲外追加 0件</a:t>
            </a:r>
          </a:p>
        </p:txBody>
      </p:sp>
      <p:sp>
        <p:nvSpPr>
          <p:cNvPr id="20" name="b20"/>
          <p:cNvSpPr txBox="1"/>
          <p:nvPr/>
        </p:nvSpPr>
        <p:spPr>
          <a:xfrm>
            <a:off x="450000" y="6400000"/>
            <a:ext cx="1130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80000" bIns="80000" anchor="ctr"/>
          <a:lstStyle/>
          <a:p>
            <a:pPr algn="l"/>
            <a:r>
              <a:rPr lang="ja-JP" sz="1000" b="0">
                <a:solidFill>
                  <a:srgbClr val="64748B"/>
                </a:solidFill>
              </a:rPr>
              <a:t>Topic 06｜一次5問・16小問｜二次数合わせ0</a:t>
            </a:r>
          </a:p>
        </p:txBody>
      </p:sp>
    </p:spTree>
  </p:cSld>
</p:sld>
</file>