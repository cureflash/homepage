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1695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2147483654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20000" y="250000"/>
            <a:ext cx="111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2600" b="1">
                <a:solidFill>
                  <a:srgbClr val="142B49"/>
                </a:solidFill>
                <a:ea typeface="Noto Sans CJK JP"/>
              </a:rPr>
              <a:t>電界問題は「分布」と「対称性」から始める</a:t>
            </a:r>
          </a:p>
        </p:txBody>
      </p:sp>
      <p:sp>
        <p:nvSpPr>
          <p:cNvPr id="3" name="s3"/>
          <p:cNvSpPr/>
          <p:nvPr/>
        </p:nvSpPr>
        <p:spPr>
          <a:xfrm>
            <a:off x="64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点電荷：E=Q/(4πεr²) → 成分分解・ベクトル和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球対称：E·4πr²=Q_enc/ε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円筒対称：E·2πrl=λl/ε</a:t>
            </a:r>
          </a:p>
        </p:txBody>
      </p:sp>
      <p:sp>
        <p:nvSpPr>
          <p:cNvPr id="4" name="s4"/>
          <p:cNvSpPr/>
          <p:nvPr/>
        </p:nvSpPr>
        <p:spPr>
          <a:xfrm>
            <a:off x="620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まず向きを決める。対称性があればガウス面と Q_enc、なければ各電界を Ex・Ey に分ける。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力は F=qE。q&lt;0 なら電界と逆向き。</a:t>
            </a:r>
          </a:p>
        </p:txBody>
      </p:sp>
      <p:sp>
        <p:nvSpPr>
          <p:cNvPr id="5" name="s5"/>
          <p:cNvSpPr/>
          <p:nvPr/>
        </p:nvSpPr>
        <p:spPr>
          <a:xfrm>
            <a:off x="600000" y="6200000"/>
            <a:ext cx="111000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1050" b="0">
                <a:solidFill>
                  <a:srgbClr val="5A626C"/>
                </a:solidFill>
                <a:ea typeface="Noto Sans CJK JP"/>
              </a:rPr>
              <a:t>一次理論6問・21小問の共通入口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20000" y="250000"/>
            <a:ext cx="111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2600" b="1">
                <a:solidFill>
                  <a:srgbClr val="142B49"/>
                </a:solidFill>
                <a:ea typeface="Noto Sans CJK JP"/>
              </a:rPr>
              <a:t>点電荷とガウスの法則</a:t>
            </a:r>
          </a:p>
        </p:txBody>
      </p:sp>
      <p:sp>
        <p:nvSpPr>
          <p:cNvPr id="3" name="s3"/>
          <p:cNvSpPr/>
          <p:nvPr/>
        </p:nvSpPr>
        <p:spPr>
          <a:xfrm>
            <a:off x="64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点電荷：E=|Q|/(4πεr²)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重ね合わせ：E_total=ΣE_i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電束密度：D=εE</a:t>
            </a:r>
          </a:p>
        </p:txBody>
      </p:sp>
      <p:sp>
        <p:nvSpPr>
          <p:cNvPr id="4" name="s4"/>
          <p:cNvSpPr/>
          <p:nvPr/>
        </p:nvSpPr>
        <p:spPr>
          <a:xfrm>
            <a:off x="620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ガウスの法則：∮D·dS=Q_enc、∮E·dS=Q_enc/ε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閉曲面の外の電荷は Q_enc に入れない。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H30・H21は成分分解、R8・R4・R5・H23は対称性を使う。</a:t>
            </a:r>
          </a:p>
        </p:txBody>
      </p:sp>
      <p:sp>
        <p:nvSpPr>
          <p:cNvPr id="5" name="s5"/>
          <p:cNvSpPr/>
          <p:nvPr/>
        </p:nvSpPr>
        <p:spPr>
          <a:xfrm>
            <a:off x="600000" y="6200000"/>
            <a:ext cx="111000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1050" b="0">
                <a:solidFill>
                  <a:srgbClr val="5A626C"/>
                </a:solidFill>
                <a:ea typeface="Noto Sans CJK JP"/>
              </a:rPr>
              <a:t>方向・符号・包有電荷を先に処理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20000" y="250000"/>
            <a:ext cx="111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2600" b="1">
                <a:solidFill>
                  <a:srgbClr val="142B49"/>
                </a:solidFill>
                <a:ea typeface="Noto Sans CJK JP"/>
              </a:rPr>
              <a:t>球対称と円筒対称の距離依存</a:t>
            </a:r>
          </a:p>
        </p:txBody>
      </p:sp>
      <p:sp>
        <p:nvSpPr>
          <p:cNvPr id="3" name="s3"/>
          <p:cNvSpPr/>
          <p:nvPr/>
        </p:nvSpPr>
        <p:spPr>
          <a:xfrm>
            <a:off x="64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一様帯電球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内部：E=ρr/(3ε) → rに比例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外部：E=ρa³/(3εr²) → 1/r²</a:t>
            </a:r>
          </a:p>
        </p:txBody>
      </p:sp>
      <p:sp>
        <p:nvSpPr>
          <p:cNvPr id="4" name="s4"/>
          <p:cNvSpPr/>
          <p:nvPr/>
        </p:nvSpPr>
        <p:spPr>
          <a:xfrm>
            <a:off x="620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球殻は r&lt;a、a&lt;r&lt;b、r≥b ごとに Q_enc を作る。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無限長線電荷：E=λ/(2πεr)、D=λ/(2πr) → 1/r。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点電荷の1/r²と混同しない。</a:t>
            </a:r>
          </a:p>
        </p:txBody>
      </p:sp>
      <p:sp>
        <p:nvSpPr>
          <p:cNvPr id="5" name="s5"/>
          <p:cNvSpPr/>
          <p:nvPr/>
        </p:nvSpPr>
        <p:spPr>
          <a:xfrm>
            <a:off x="600000" y="6200000"/>
            <a:ext cx="111000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1050" b="0">
                <a:solidFill>
                  <a:srgbClr val="5A626C"/>
                </a:solidFill>
                <a:ea typeface="Noto Sans CJK JP"/>
              </a:rPr>
              <a:t>R8・R4：球 ／ R5・H23：円筒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20000" y="250000"/>
            <a:ext cx="111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2600" b="1">
                <a:solidFill>
                  <a:srgbClr val="142B49"/>
                </a:solidFill>
                <a:ea typeface="Noto Sans CJK JP"/>
              </a:rPr>
              <a:t>電位は電界を積分する</a:t>
            </a:r>
          </a:p>
        </p:txBody>
      </p:sp>
      <p:sp>
        <p:nvSpPr>
          <p:cNvPr id="3" name="s3"/>
          <p:cNvSpPr/>
          <p:nvPr/>
        </p:nvSpPr>
        <p:spPr>
          <a:xfrm>
            <a:off x="64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V_A−V_B=−∫_B^A E·dl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E=−dV/dr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点電荷：V=Q/(4πεr)</a:t>
            </a:r>
          </a:p>
        </p:txBody>
      </p:sp>
      <p:sp>
        <p:nvSpPr>
          <p:cNvPr id="4" name="s4"/>
          <p:cNvSpPr/>
          <p:nvPr/>
        </p:nvSpPr>
        <p:spPr>
          <a:xfrm>
            <a:off x="620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線電荷：V(r)−V(r₀)=−λ/(2πε)ln(r/r₀)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1/rは無限遠まで積分すると発散するので有限の基準半径 r₀ を使う。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架線は教育用に無限長線電荷へ簡略化し、未確認の実設備値は置かない。</a:t>
            </a:r>
          </a:p>
        </p:txBody>
      </p:sp>
      <p:sp>
        <p:nvSpPr>
          <p:cNvPr id="5" name="s5"/>
          <p:cNvSpPr/>
          <p:nvPr/>
        </p:nvSpPr>
        <p:spPr>
          <a:xfrm>
            <a:off x="600000" y="6200000"/>
            <a:ext cx="111000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1050" b="0">
                <a:solidFill>
                  <a:srgbClr val="5A626C"/>
                </a:solidFill>
                <a:ea typeface="Noto Sans CJK JP"/>
              </a:rPr>
              <a:t>H23・R4：負号・積分区間・基準点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20000" y="250000"/>
            <a:ext cx="111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2600" b="1">
                <a:solidFill>
                  <a:srgbClr val="142B49"/>
                </a:solidFill>
                <a:ea typeface="Noto Sans CJK JP"/>
              </a:rPr>
              <a:t>本試験への接続と固定範囲</a:t>
            </a:r>
          </a:p>
        </p:txBody>
      </p:sp>
      <p:sp>
        <p:nvSpPr>
          <p:cNvPr id="3" name="s3"/>
          <p:cNvSpPr/>
          <p:nvPr/>
        </p:nvSpPr>
        <p:spPr>
          <a:xfrm>
            <a:off x="64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解法：①分布 ②向き ③対称性→ガウス面/Q_enc ④非対称→成分分解 ⑤F=qE ⑥電位は−∫E·dl ⑦単位・符号を検算</a:t>
            </a:r>
          </a:p>
        </p:txBody>
      </p:sp>
      <p:sp>
        <p:nvSpPr>
          <p:cNvPr id="4" name="s4"/>
          <p:cNvSpPr/>
          <p:nvPr/>
        </p:nvSpPr>
        <p:spPr>
          <a:xfrm>
            <a:off x="6200000" y="1400000"/>
            <a:ext cx="5350000" cy="4400000"/>
          </a:xfrm>
          <a:prstGeom prst="roundRect">
            <a:avLst/>
          </a:prstGeom>
          <a:solidFill>
            <a:srgbClr val="F8FAFC"/>
          </a:solidFill>
          <a:ln>
            <a:solidFill>
              <a:srgbClr val="D2DAE4"/>
            </a:solidFill>
          </a:ln>
        </p:spPr>
        <p:txBody>
          <a:bodyPr lIns="110000" rIns="110000" tIns="70000" bIns="70000" anchor="ctr"/>
          <a:lstStyle/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対応：R8・R4＝球対称/Q_enc/電位、R5・H23＝円筒/1/r/積分、H30・H21＝点電荷/合成/電界0。</a:t>
            </a:r>
          </a:p>
          <a:p>
            <a:r>
              <a:rPr lang="ja-JP" sz="1700" b="0">
                <a:solidFill>
                  <a:srgbClr val="202833"/>
                </a:solidFill>
                <a:ea typeface="Noto Sans CJK JP"/>
              </a:rPr>
              <a:t>除外：影像法、静電容量、誘電体、静電エネルギー、絶縁設計。</a:t>
            </a:r>
          </a:p>
        </p:txBody>
      </p:sp>
      <p:sp>
        <p:nvSpPr>
          <p:cNvPr id="5" name="s5"/>
          <p:cNvSpPr/>
          <p:nvPr/>
        </p:nvSpPr>
        <p:spPr>
          <a:xfrm>
            <a:off x="600000" y="6200000"/>
            <a:ext cx="11100000" cy="3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110000" rIns="110000" tIns="70000" bIns="70000" anchor="ctr"/>
          <a:lstStyle/>
          <a:p>
            <a:r>
              <a:rPr lang="ja-JP" sz="1050" b="0">
                <a:solidFill>
                  <a:srgbClr val="5A626C"/>
                </a:solidFill>
                <a:ea typeface="Noto Sans CJK JP"/>
              </a:rPr>
              <a:t>次工程：完成教材のみで独立再解答</a:t>
            </a:r>
          </a:p>
        </p:txBody>
      </p:sp>
    </p:spTree>
  </p:cSld>
  <p:clrMapOvr>
    <a:masterClrMapping/>
  </p:clrMapOvr>
</p:sld>
</file>