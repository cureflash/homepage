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  <p:defaultTextStyle>
    <a:defPPr>
      <a:defRPr lang="ja-JP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173B63"/>
          </a:solidFill>
          <a:ln>
            <a:noFill/>
          </a:ln>
        </p:spPr>
      </p:sp>
      <p:sp>
        <p:nvSpPr>
          <p:cNvPr id="3" name="Content"/>
          <p:cNvSpPr txBox="1"/>
          <p:nvPr/>
        </p:nvSpPr>
        <p:spPr>
          <a:xfrm>
            <a:off x="600000" y="400000"/>
            <a:ext cx="10950000" cy="5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000" b="1">
                <a:solidFill>
                  <a:srgbClr val="173B63"/>
                </a:solidFill>
                <a:latin typeface="Noto Sans CJK JP"/>
                <a:ea typeface="Noto Sans CJK JP"/>
              </a:rPr>
              <a:t>非線形方程式と反復計算</a:t>
            </a:r>
            <a:endParaRPr lang="ja-JP" sz="30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閉形式で解きにくい関係を f(x)=0 に整理し、根を反復計算で求める。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共通フロー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① 未知量・単位・定義域・求める根の範囲を決める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② 元の関係式を f(x)=0 に整理する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③ 二分法なら f(a)f(b)&lt;0、Newton法なら f'(x) と初期値を確認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④ 許容誤差まで反復し、元の式への代入で残差を検算する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SPEC固定範囲：二分法／Newton法／収束／初期値依存／許容誤差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電力潮流・非線形動作点へ接続する。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550" b="0">
                <a:solidFill>
                  <a:srgbClr val="A12B2B"/>
                </a:solidFill>
                <a:latin typeface="Noto Sans CJK JP"/>
                <a:ea typeface="Noto Sans CJK JP"/>
              </a:rPr>
              <a:t>※ 第二種で二分法・Newton法を直接要求する確認済み過去問は0問。接続確認5問を件数水増ししない。</a:t>
            </a:r>
            <a:endParaRPr lang="ja-JP" sz="1550"/>
          </a:p>
        </p:txBody>
      </p:sp>
      <p:sp>
        <p:nvSpPr>
          <p:cNvPr id="4" name="Footer"/>
          <p:cNvSpPr txBox="1"/>
          <p:nvPr/>
        </p:nvSpPr>
        <p:spPr>
          <a:xfrm>
            <a:off x="600000" y="65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750">
                <a:solidFill>
                  <a:srgbClr val="6A7582"/>
                </a:solidFill>
              </a:rPr>
              <a:t>電験二種 電気数学 ｜ Topic 18</a:t>
            </a:r>
            <a:endParaRPr lang="ja-JP"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173B63"/>
          </a:solidFill>
          <a:ln>
            <a:noFill/>
          </a:ln>
        </p:spPr>
      </p:sp>
      <p:sp>
        <p:nvSpPr>
          <p:cNvPr id="3" name="Content"/>
          <p:cNvSpPr txBox="1"/>
          <p:nvPr/>
        </p:nvSpPr>
        <p:spPr>
          <a:xfrm>
            <a:off x="600000" y="400000"/>
            <a:ext cx="10950000" cy="5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000" b="1">
                <a:solidFill>
                  <a:srgbClr val="173B63"/>
                </a:solidFill>
                <a:latin typeface="Noto Sans CJK JP"/>
                <a:ea typeface="Noto Sans CJK JP"/>
              </a:rPr>
              <a:t>二分法：根を挟む区間を半分にする</a:t>
            </a:r>
            <a:endParaRPr lang="ja-JP" sz="30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成立条件：連続な f(x) で f(a)f(b)&lt;0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中点 c=(a+b)/2 を求め、符号を見て根を含む側だけを残す。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n回後の区間幅：Lₙ=L₀/2ⁿ。中点を近似根とすれば誤差上限は区間幅の1/2。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例：f(x)=x²−2、初期区間 [1,2]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1: c=1.5 → [1,1.5]　2: c=1.25 → [1.25,1.5]　3: c=1.375 → [1.375,1.5]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4: c=1.4375 → [1.375,1.4375]　5: c=1.40625 → [1.40625,1.4375]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6: c=1.421875 → [1.40625,1.421875]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最終中点 1.4140625 ／ 区間幅 0.015625 ／ 誤差上限 0.0078125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550" b="0">
                <a:solidFill>
                  <a:srgbClr val="A12B2B"/>
                </a:solidFill>
                <a:latin typeface="Noto Sans CJK JP"/>
                <a:ea typeface="Noto Sans CJK JP"/>
              </a:rPr>
              <a:t>※ 重根のように根の両側で符号が変わらない場合、単純な符号反転条件では使えない。</a:t>
            </a:r>
            <a:endParaRPr lang="ja-JP" sz="1550"/>
          </a:p>
        </p:txBody>
      </p:sp>
      <p:sp>
        <p:nvSpPr>
          <p:cNvPr id="4" name="Footer"/>
          <p:cNvSpPr txBox="1"/>
          <p:nvPr/>
        </p:nvSpPr>
        <p:spPr>
          <a:xfrm>
            <a:off x="600000" y="65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750">
                <a:solidFill>
                  <a:srgbClr val="6A7582"/>
                </a:solidFill>
              </a:rPr>
              <a:t>電験二種 電気数学 ｜ Topic 18</a:t>
            </a:r>
            <a:endParaRPr lang="ja-JP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173B63"/>
          </a:solidFill>
          <a:ln>
            <a:noFill/>
          </a:ln>
        </p:spPr>
      </p:sp>
      <p:sp>
        <p:nvSpPr>
          <p:cNvPr id="3" name="Content"/>
          <p:cNvSpPr txBox="1"/>
          <p:nvPr/>
        </p:nvSpPr>
        <p:spPr>
          <a:xfrm>
            <a:off x="600000" y="400000"/>
            <a:ext cx="10950000" cy="5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000" b="1">
                <a:solidFill>
                  <a:srgbClr val="173B63"/>
                </a:solidFill>
                <a:latin typeface="Noto Sans CJK JP"/>
                <a:ea typeface="Noto Sans CJK JP"/>
              </a:rPr>
              <a:t>Newton法：接線と x 軸の交点へ進む</a:t>
            </a:r>
            <a:endParaRPr lang="ja-JP" sz="30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接線 y=f(xₙ)+f'(xₙ)(x−xₙ) に y=0 を代入すると</a:t>
            </a:r>
            <a:endParaRPr lang="ja-JP" sz="18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xₙ₊₁=xₙ−f(xₙ)/f'(xₙ)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導関数と初期値が必要。f'(xₙ)=0 では更新できず、小さい場合も大きく飛ぶことがある。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教育用送電電力式：P=(VₛVᵣ/X)sinδ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Vₛ=Vᵣ=1、X=0.5、P=1 → f(δ)=2sinδ−1、f'(δ)=2cosδ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δ₀=0.5000000000 rad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δ₁=0.5234444738　|f|≈2.67×10⁻⁴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δ₂=0.5235987687　|f|≈1.19×10⁻⁸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|f|≤10⁻⁶ を満たすので δ≈0.52359877 rad = π/6 と整合。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550" b="0">
                <a:solidFill>
                  <a:srgbClr val="A12B2B"/>
                </a:solidFill>
                <a:latin typeface="Noto Sans CJK JP"/>
                <a:ea typeface="Noto Sans CJK JP"/>
              </a:rPr>
              <a:t>※ 本試験で解析的に解ける場合は解析解を使う。これは反復手順確認用の教育例。</a:t>
            </a:r>
            <a:endParaRPr lang="ja-JP" sz="1550"/>
          </a:p>
        </p:txBody>
      </p:sp>
      <p:sp>
        <p:nvSpPr>
          <p:cNvPr id="4" name="Footer"/>
          <p:cNvSpPr txBox="1"/>
          <p:nvPr/>
        </p:nvSpPr>
        <p:spPr>
          <a:xfrm>
            <a:off x="600000" y="65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750">
                <a:solidFill>
                  <a:srgbClr val="6A7582"/>
                </a:solidFill>
              </a:rPr>
              <a:t>電験二種 電気数学 ｜ Topic 18</a:t>
            </a:r>
            <a:endParaRPr lang="ja-JP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173B63"/>
          </a:solidFill>
          <a:ln>
            <a:noFill/>
          </a:ln>
        </p:spPr>
      </p:sp>
      <p:sp>
        <p:nvSpPr>
          <p:cNvPr id="3" name="Content"/>
          <p:cNvSpPr txBox="1"/>
          <p:nvPr/>
        </p:nvSpPr>
        <p:spPr>
          <a:xfrm>
            <a:off x="600000" y="400000"/>
            <a:ext cx="10950000" cy="5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000" b="1">
                <a:solidFill>
                  <a:srgbClr val="173B63"/>
                </a:solidFill>
                <a:latin typeface="Noto Sans CJK JP"/>
                <a:ea typeface="Noto Sans CJK JP"/>
              </a:rPr>
              <a:t>収束・初期値依存・許容誤差</a:t>
            </a:r>
            <a:endParaRPr lang="ja-JP" sz="30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停止条件の例：|xₙ₊₁−xₙ|≤εₓ または |f(xₙ)|≤εf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停止後は元の式へ戻し、残差と物理的な対象範囲を確認する。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初期値で収束先が変わる：g(x)=x³−x、根は −1, 0, 1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x₀=0.2：0.2 → −0.01818 → 0.000012 → 0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x₀=0.8：0.8 → 1.11304 → 1.01518 → 1.00033 → 1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g'(x)=3x²−1。x=1/√3≈0.577350269 では g'(x)=0 となりNewton更新不可。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使い分け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二分法：符号反転区間を保ちやすく導関数不要。Newton法：良い初期値では速いが初期値・導関数に依存。</a:t>
            </a:r>
            <a:endParaRPr lang="ja-JP" sz="1800"/>
          </a:p>
        </p:txBody>
      </p:sp>
      <p:sp>
        <p:nvSpPr>
          <p:cNvPr id="4" name="Footer"/>
          <p:cNvSpPr txBox="1"/>
          <p:nvPr/>
        </p:nvSpPr>
        <p:spPr>
          <a:xfrm>
            <a:off x="600000" y="65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750">
                <a:solidFill>
                  <a:srgbClr val="6A7582"/>
                </a:solidFill>
              </a:rPr>
              <a:t>電験二種 電気数学 ｜ Topic 18</a:t>
            </a:r>
            <a:endParaRPr lang="ja-JP" sz="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173B63"/>
          </a:solidFill>
          <a:ln>
            <a:noFill/>
          </a:ln>
        </p:spPr>
      </p:sp>
      <p:sp>
        <p:nvSpPr>
          <p:cNvPr id="3" name="Content"/>
          <p:cNvSpPr txBox="1"/>
          <p:nvPr/>
        </p:nvSpPr>
        <p:spPr>
          <a:xfrm>
            <a:off x="600000" y="400000"/>
            <a:ext cx="10950000" cy="5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000" b="1">
                <a:solidFill>
                  <a:srgbClr val="173B63"/>
                </a:solidFill>
                <a:latin typeface="Noto Sans CJK JP"/>
                <a:ea typeface="Noto Sans CJK JP"/>
              </a:rPr>
              <a:t>電験二種への接続</a:t>
            </a:r>
            <a:endParaRPr lang="ja-JP" sz="30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接続確認した第二種二次「電力・管理」5問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R5 問3：sinδ、平衡点、等面積法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R4 問3：電圧・位相角・調相量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R1 問2：P,Q,Vₛ,Vᵣ,δ,X の非線形関係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H30 問3：三角関数を含む送電電力関係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H23 問3：電圧・電力・位相差・調相量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950" b="1">
                <a:solidFill>
                  <a:srgbClr val="2D5F91"/>
                </a:solidFill>
                <a:latin typeface="Noto Sans CJK JP"/>
                <a:ea typeface="Noto Sans CJK JP"/>
              </a:rPr>
              <a:t>◆ 数値解法への接続</a:t>
            </a:r>
            <a:endParaRPr lang="ja-JP" sz="195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P=(VₛVᵣ/X)sinδ → f(δ)=(VₛVᵣ/X)sinδ−P=0</a:t>
            </a:r>
            <a:endParaRPr lang="ja-JP" sz="1800"/>
          </a:p>
          <a:p>
            <a:pPr marL="0" indent="0" spcAft="1000"/>
            <a:r>
              <a:rPr lang="ja-JP" sz="1800" b="0">
                <a:solidFill>
                  <a:srgbClr val="17212B"/>
                </a:solidFill>
                <a:latin typeface="Noto Sans CJK JP"/>
                <a:ea typeface="Noto Sans CJK JP"/>
              </a:rPr>
              <a:t>解析的に解きにくい場合、未知量を根として反復計算する。</a:t>
            </a:r>
            <a:endParaRPr lang="ja-JP" sz="1800"/>
          </a:p>
          <a:p>
            <a:endParaRPr lang="ja-JP" sz="1400"/>
          </a:p>
          <a:p>
            <a:pPr marL="0" indent="0" spcAft="1000"/>
            <a:r>
              <a:rPr lang="ja-JP" sz="1550" b="0">
                <a:solidFill>
                  <a:srgbClr val="A12B2B"/>
                </a:solidFill>
                <a:latin typeface="Noto Sans CJK JP"/>
                <a:ea typeface="Noto Sans CJK JP"/>
              </a:rPr>
              <a:t>※ 直接二分法/Newton法要求は0問。公式解答を反復法で置換せず、5問を品質ゲート件数へ水増ししない。</a:t>
            </a:r>
            <a:endParaRPr lang="ja-JP" sz="1550"/>
          </a:p>
          <a:p>
            <a:pPr marL="0" indent="0" spcAft="1000"/>
            <a:r>
              <a:rPr lang="ja-JP" sz="1550" b="0">
                <a:solidFill>
                  <a:srgbClr val="A12B2B"/>
                </a:solidFill>
                <a:latin typeface="Noto Sans CJK JP"/>
                <a:ea typeface="Noto Sans CJK JP"/>
              </a:rPr>
              <a:t>※ 多変数Newton-Raphson潮流、ヤコビ行列一般理論、Topic 19最適化へ拡張しない。</a:t>
            </a:r>
            <a:endParaRPr lang="ja-JP" sz="1550"/>
          </a:p>
        </p:txBody>
      </p:sp>
      <p:sp>
        <p:nvSpPr>
          <p:cNvPr id="4" name="Footer"/>
          <p:cNvSpPr txBox="1"/>
          <p:nvPr/>
        </p:nvSpPr>
        <p:spPr>
          <a:xfrm>
            <a:off x="600000" y="65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750">
                <a:solidFill>
                  <a:srgbClr val="6A7582"/>
                </a:solidFill>
              </a:rPr>
              <a:t>電験二種 電気数学 ｜ Topic 18</a:t>
            </a:r>
            <a:endParaRPr lang="ja-JP" sz="750"/>
          </a:p>
        </p:txBody>
      </p:sp>
    </p:spTree>
  </p:cSld>
  <p:clrMapOvr>
    <a:masterClrMapping/>
  </p:clrMapOvr>
</p:sld>
</file>