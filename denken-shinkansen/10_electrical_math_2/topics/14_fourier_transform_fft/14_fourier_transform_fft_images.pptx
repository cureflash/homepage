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Yu Gothic"/>
              </a:rPr>
              <a:t>14 フーリエ変換・FFT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77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Yu Gothic"/>
              </a:rPr>
              <a:t>時間波形を周波数スペクトルとして読む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時間波形
x(t)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92024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サンプリング
x[n]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92024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DFT / FFT
X[k]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92024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周波数
fₖ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920240"/>
            <a:ext cx="141732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latin typeface="Yu Gothic"/>
              </a:rPr>
              <a:t>基本波
高調波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42316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83480" y="242316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06640" y="242316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29800" y="242316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886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latin typeface="Yu Gothic"/>
              </a:rPr>
              <a:t>試験で使う3式
  fₛ = 1/Tₛ      fₛ &gt; 2 fmax      Δf = fₛ/N,  fₖ = kΔf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latin typeface="Yu Gothic"/>
              </a:rPr>
              <a:t>固定過去問: R3 二種一次「機械」問8 (1) － サンプリング定理の係数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Yu Gothic"/>
              </a:rPr>
              <a:t>サンプリング定理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77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Yu Gothic"/>
              </a:rPr>
              <a:t>R3一次「機械」問8 (1)へ直接接続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9260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サンプリング周期 Tₛ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417320"/>
            <a:ext cx="29260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latin typeface="Yu Gothic"/>
              </a:rPr>
              <a:t>fₛ = 1 / Tₛ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417320"/>
            <a:ext cx="29260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latin typeface="Yu Gothic"/>
              </a:rPr>
              <a:t>fₛ &gt; 2 fmax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1874519"/>
            <a:ext cx="10515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43800" y="1874519"/>
            <a:ext cx="1005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063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Yu Gothic"/>
              </a:rPr>
              <a:t>例: fmax = 3.2 kHz  →  必要条件 fₛ &gt; 6.4 kHz
8 kHzで標本化: 8 &gt; 6.4 より条件を満たす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latin typeface="Yu Gothic"/>
              </a:rPr>
              <a:t>ナイキスト周波数: fₛ/2。FFTを使っても、標本化時点の不足は修復できない。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Yu Gothic"/>
              </a:rPr>
              <a:t>DFTとFFT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77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Yu Gothic"/>
              </a:rPr>
              <a:t>FFTは別の変換ではなく、DFTを効率よく計算する方法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Yu Gothic"/>
              </a:rPr>
              <a:t>X[k] = Σ x[n] exp(−j2πkn/N)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32004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latin typeface="Yu Gothic"/>
              </a:rPr>
              <a:t>サンプル数 N
サンプリング周波数 fₛ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2743200"/>
            <a:ext cx="32004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latin typeface="Yu Gothic"/>
              </a:rPr>
              <a:t>Δf = fₛ /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2743200"/>
            <a:ext cx="310896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latin typeface="Yu Gothic"/>
              </a:rPr>
              <a:t>fₖ = k Δf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3291840"/>
            <a:ext cx="54864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26679" y="3291840"/>
            <a:ext cx="54864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7091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Yu Gothic"/>
              </a:rPr>
              <a:t>例: fₛ=12.8 kHz, N=1024 → Δf=12.5 Hz
50 Hz → k=4、250 Hz → k=20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Yu Gothic"/>
              </a:rPr>
              <a:t>エイリアシング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77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Yu Gothic"/>
              </a:rPr>
              <a:t>fₛ/2 を超える成分は別の低い周波数へ折り返す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9260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latin typeface="Yu Gothic"/>
              </a:rPr>
              <a:t>fₛ = 8 kHz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417320"/>
            <a:ext cx="29260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ナイキスト = 4 kHz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417320"/>
            <a:ext cx="29260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latin typeface="Yu Gothic"/>
              </a:rPr>
              <a:t>7 kHz &gt; 4 kHz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11880" y="1874519"/>
            <a:ext cx="1005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43800" y="1874519"/>
            <a:ext cx="1005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1089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Yu Gothic"/>
              </a:rPr>
              <a:t>7 kHz成分 → |7 − 8| = 1 kHz として現れる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latin typeface="Yu Gothic"/>
              </a:rPr>
              <a:t>FFTが見ているのは標本列。元が7 kHzだったという情報は、標本化後には復元できない。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Yu Gothic"/>
              </a:rPr>
              <a:t>PWM相当波形をFFTで読む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77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Yu Gothic"/>
              </a:rPr>
              <a:t>実在車両の未確認値ではなく教育用波形として扱う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108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PWM相当の
時間波形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108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サンプリング
→ FFT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25880"/>
            <a:ext cx="3108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latin typeface="Yu Gothic"/>
              </a:rPr>
              <a:t>基本波・高調波の
周波数位置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1847088"/>
            <a:ext cx="77724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1847088"/>
            <a:ext cx="7772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0632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latin typeface="Yu Gothic"/>
              </a:rPr>
              <a:t>読む順序
① fₛ と N → ② Δf=fₛ/N → ③ピークの k → ④ fₖ=kΔf → ⑤基本波と整数倍の高調波を識別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Yu Gothic"/>
              </a:rPr>
              <a:t>範囲外: dB・ボード線図、ADC量子化/変換回路、フィルタ設計一般、FFT実装詳細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