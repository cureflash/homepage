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5486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/>
              <a:t>03 0系① 主変圧器：AC25 kVを車上で使える電圧へ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1554480" cy="5029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架線 AC25 kV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97480" y="1371600"/>
            <a:ext cx="1554480" cy="5029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主変圧器 1,650 kVA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371600"/>
            <a:ext cx="1554480" cy="5029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整流器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1371600"/>
            <a:ext cx="1554480" cy="5029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直流主電動機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7772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確認値：0系は交流60Hz・25kV。主変圧器形式 TM200/TM201/TM201A、容量1,650kVA。1単位2両出力1,480kW。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7772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計算値：I1=1,650kVA/25kV=66.0A。変圧比=25,000/2,261=11.06。I2=1,650kVA/2,261V=729.8A。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7772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学習用仮定：鉄損12kW、全負荷銅損33kW → 規約効率97.35%。非公開値は真値扱いしない。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89320"/>
            <a:ext cx="7772400" cy="5029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引用：日本車輌製造、東洋経済オンライン、日本電気技術者協会。参照日2026-08-28。図は自作模式図。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