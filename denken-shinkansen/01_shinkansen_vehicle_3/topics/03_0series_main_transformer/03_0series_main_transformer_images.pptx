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4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2800" b="1"/>
              <a:t>03 0系① 主変圧器｜試験解法マップ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700000" y="1400000"/>
            <a:ext cx="10600000" cy="4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900"/>
              <a:t>25 kV交流 → 主変圧器 → 低圧側 → 整流器・主電動機</a:t>
            </a:r>
            <a:endParaRPr lang="ja-JP" sz="1900"/>
          </a:p>
          <a:p>
            <a:r>
              <a:rPr lang="ja-JP" sz="1900"/>
              <a:t>① Y/Δ・線間/相を判定　② 巻数比 a=N1/N2 を定義</a:t>
            </a:r>
            <a:endParaRPr lang="ja-JP" sz="1900"/>
          </a:p>
          <a:p>
            <a:r>
              <a:rPr lang="ja-JP" sz="1900"/>
              <a:t>③ V・I・Z・Yを同じ側へ換算　④ 等価回路・試験条件を選ぶ</a:t>
            </a:r>
            <a:endParaRPr lang="ja-JP" sz="1900"/>
          </a:p>
          <a:p>
            <a:r>
              <a:rPr lang="ja-JP" sz="1900"/>
              <a:t>⑤ 鉄損一定／銅損 x²　⑥ 力率と電圧変動率　⑦ 単位・倍率を検算</a:t>
            </a:r>
            <a:endParaRPr lang="ja-JP" sz="1900"/>
          </a:p>
          <a:p>
            <a:r>
              <a:rPr lang="ja-JP" sz="1900"/>
              <a:t>0系公開値: AC 60 Hz 25 kV / 主変圧器 TM200・TM201・TM201A / 1650 kVA</a:t>
            </a:r>
            <a:endParaRPr lang="ja-JP" sz="1900"/>
          </a:p>
          <a:p>
            <a:r>
              <a:rPr lang="ja-JP" sz="1900"/>
              <a:t>代表2261 Vを用いた計算: a≈11.06, I1≈66.0 A, I2≈729.8 A（計算値）</a:t>
            </a:r>
            <a:endParaRPr lang="ja-JP" sz="19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4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ja-JP" sz="2800" b="1"/>
              <a:t>EXAM_ALIGNMENT｜公式過去問と出典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700000" y="1400000"/>
            <a:ext cx="10600000" cy="4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900"/>
              <a:t>R6上 機械8: 二次→一次換算　R6上 機械9: 短絡試験</a:t>
            </a:r>
            <a:endParaRPr lang="ja-JP" sz="1900"/>
          </a:p>
          <a:p>
            <a:r>
              <a:rPr lang="ja-JP" sz="1900"/>
              <a:t>R5下 機械8: 換算・アドミタンス　R5下 機械9: 銅抵抗温度補正</a:t>
            </a:r>
            <a:endParaRPr lang="ja-JP" sz="1900"/>
          </a:p>
          <a:p>
            <a:r>
              <a:rPr lang="ja-JP" sz="1900"/>
              <a:t>R3 機械15: 規約効率・最大効率　H30 機械15: 等価回路・電圧降下</a:t>
            </a:r>
            <a:endParaRPr lang="ja-JP" sz="1900"/>
          </a:p>
          <a:p>
            <a:r>
              <a:rPr lang="ja-JP" sz="1900"/>
              <a:t>H27 機械8: Δ-Yと巻数比</a:t>
            </a:r>
            <a:endParaRPr lang="ja-JP" sz="1900"/>
          </a:p>
          <a:p>
            <a:r>
              <a:rPr lang="ja-JP" sz="1900"/>
              <a:t>正本: 電気技術者試験センター公式問題・解答</a:t>
            </a:r>
            <a:endParaRPr lang="ja-JP" sz="1900"/>
          </a:p>
          <a:p>
            <a:r>
              <a:rPr lang="ja-JP" sz="1900"/>
              <a:t>比較: e-sysnet「変電所の変圧器」 / 電験三種まとめました</a:t>
            </a:r>
            <a:endParaRPr lang="ja-JP" sz="1900"/>
          </a:p>
          <a:p>
            <a:r>
              <a:rPr lang="ja-JP" sz="1900"/>
              <a:t>実車: 日本車輌製造 0系主要諸元・変遷。外部画像は不使用。</a:t>
            </a:r>
            <a:endParaRPr lang="ja-JP" sz="1900"/>
          </a:p>
        </p:txBody>
      </p:sp>
    </p:spTree>
  </p:cSld>
</p:sld>
</file>

<file path=ppt/theme/theme1.xml><?xml version="1.0" encoding="utf-8"?>
<a:theme xmlns:a="http://schemas.openxmlformats.org/drawingml/2006/main" name="Minim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Yu Gothic"/>
        <a:cs typeface="Arial"/>
      </a:majorFont>
      <a:minorFont>
        <a:latin typeface="Arial"/>
        <a:ea typeface="Yu Gothic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