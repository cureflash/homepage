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6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2500" b="1">
                <a:solidFill>
                  <a:srgbClr val="15324B"/>
                </a:solidFill>
                <a:ea typeface="Yu Gothic"/>
              </a:rPr>
              <a:t>37 COSMOS②　公開範囲とSCADAの一般機能</a:t>
            </a:r>
          </a:p>
        </p:txBody>
      </p:sp>
      <p:sp>
        <p:nvSpPr>
          <p:cNvPr id="3" name="T3"/>
          <p:cNvSpPr txBox="1"/>
          <p:nvPr/>
        </p:nvSpPr>
        <p:spPr>
          <a:xfrm>
            <a:off x="550000" y="1150000"/>
            <a:ext cx="1105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1450" b="0">
                <a:solidFill>
                  <a:srgbClr val="1F2937"/>
                </a:solidFill>
                <a:ea typeface="Yu Gothic"/>
              </a:rPr>
              <a:t>現地：変電所・センサ → 設備状態／計測値 → 通信 → 指令側：収集・表示・監視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指令側：制御指令 → 通信 → 現地制御装置 → 対象機器動作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SCADA一般機能：監視・計測・遠隔制御。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JR東日本公開資料で確認できるCOSMOS-SCADAの範囲：新幹線電力設備の状態監視・制御、中央電力指令から変電所等を監視・制御。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境界：COSMOS-SCADA固有のデータ形式、通信プロトコル、ネットワーク構成、更新周期、サーバ／DB構造は推測しない。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6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2500" b="1">
                <a:solidFill>
                  <a:srgbClr val="15324B"/>
                </a:solidFill>
                <a:ea typeface="Yu Gothic"/>
              </a:rPr>
              <a:t>遠隔計測とA-D変換</a:t>
            </a:r>
          </a:p>
        </p:txBody>
      </p:sp>
      <p:sp>
        <p:nvSpPr>
          <p:cNvPr id="3" name="T3"/>
          <p:cNvSpPr txBox="1"/>
          <p:nvPr/>
        </p:nvSpPr>
        <p:spPr>
          <a:xfrm>
            <a:off x="550000" y="1150000"/>
            <a:ext cx="1105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1450" b="0">
                <a:solidFill>
                  <a:srgbClr val="1F2937"/>
                </a:solidFill>
                <a:ea typeface="Yu Gothic"/>
              </a:rPr>
              <a:t>センサ → アナログ量 → A-D変換 → デジタル情報 → 通信 → 指令側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量子化：L = 2^n　／　q = (Vmax − Vmin) / 2^n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二重積分形：Vx = (T2/T1)Vr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同一クロック：T2/T1 = N2/N1 → Vx = (N2/N1)Vr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解法：T1固定 → 未知電圧を積分 → 基準電圧Vrで逆積分 → ゼロ復帰時間T2／クロックN2 → 比からVx。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固定接続：R1 理論 問18(a)(b)。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6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2500" b="1">
                <a:solidFill>
                  <a:srgbClr val="15324B"/>
                </a:solidFill>
                <a:ea typeface="Yu Gothic"/>
              </a:rPr>
              <a:t>デジタル情報・シーケンス制御・系統連系保護</a:t>
            </a:r>
          </a:p>
        </p:txBody>
      </p:sp>
      <p:sp>
        <p:nvSpPr>
          <p:cNvPr id="3" name="T3"/>
          <p:cNvSpPr txBox="1"/>
          <p:nvPr/>
        </p:nvSpPr>
        <p:spPr>
          <a:xfrm>
            <a:off x="550000" y="1150000"/>
            <a:ext cx="1105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1450" b="0">
                <a:solidFill>
                  <a:srgbClr val="1F2937"/>
                </a:solidFill>
                <a:ea typeface="Yu Gothic"/>
              </a:rPr>
              <a:t>デジタル：2進・10進・16進を位取りで変換。センサ／スイッチ入力 → PLC → 出力。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遠隔制御：異常検出 → 遮断信号 → 通信 → 遠方側機器動作。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R6上 法規 問7：発電電圧↑→過電圧、発電電圧↓→不足電圧、系統側短絡→不足電圧、系統側地絡→地絡過電圧、単独運転→周波数リレー／転送遮断／単独運転検出。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H23 法規 問6：逆潮流＝発電設備→系統へ有効電力。自立運転＝解列後に構内負荷のみ。単独運転＝上位電源喪失後も系統一部へ有効電力。逆充電＝発電設備だけで系統を加圧するが有効電力は供給しない。転送遮断＝遮断信号を通信で別地点へ送り機器を動作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転送遮断・系統連系保護をCOSMOS-SCADA固有実装とは断定しない。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0000" y="260000"/>
            <a:ext cx="113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2500" b="1">
                <a:solidFill>
                  <a:srgbClr val="15324B"/>
                </a:solidFill>
                <a:ea typeface="Yu Gothic"/>
              </a:rPr>
              <a:t>固定EXAM_ALIGNMENT：5問・6答案要素</a:t>
            </a:r>
          </a:p>
        </p:txBody>
      </p:sp>
      <p:sp>
        <p:nvSpPr>
          <p:cNvPr id="3" name="T3"/>
          <p:cNvSpPr txBox="1"/>
          <p:nvPr/>
        </p:nvSpPr>
        <p:spPr>
          <a:xfrm>
            <a:off x="550000" y="1150000"/>
            <a:ext cx="1105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40000" bIns="40000"/>
          <a:lstStyle/>
          <a:p>
            <a:r>
              <a:rPr lang="ja-JP" sz="1450" b="0">
                <a:solidFill>
                  <a:srgbClr val="1F2937"/>
                </a:solidFill>
                <a:ea typeface="Yu Gothic"/>
              </a:rPr>
              <a:t>R6上 法規 問7　系統連系保護 → slide 3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R3 機械 問14　2進・10進・16進変換 → slide 3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R1 理論 問18(a)　二重積分形A-D → slide 2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R1 理論 問18(b)　クロック数比 → slide 2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H26 機械 問13　センサ・PLC・シーケンス → slide 3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H23 法規 問6　逆潮流／自立／単独／逆充電／転送遮断 → slide 3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解法：①検出対象 ②アナログ/ON-OFF ③A-D/基数変換 ④制御ロジック ⑤情報/指令の向き ⑥事故種別と保護 ⑦電力の向きと解列後状態。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/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PowerPoint接続QA：6/6 PASS。固定問題追加・差替え0、Topic 38先取り0、未確認COSMOS内部仕様追加0。</a:t>
            </a:r>
          </a:p>
          <a:p>
            <a:r>
              <a:rPr lang="ja-JP" sz="1450" b="0">
                <a:solidFill>
                  <a:srgbClr val="1F2937"/>
                </a:solidFill>
                <a:ea typeface="Yu Gothic"/>
              </a:rPr>
              <a:t>※6/6は教材接続確認であり、完成後blind独立再解答の結果ではない。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/>
      <a:lnStyleLst/>
      <a:effectStyleLst/>
      <a:bgFillStyleLst/>
    </a:fmtScheme>
  </a:themeElements>
</a:theme>
</file>