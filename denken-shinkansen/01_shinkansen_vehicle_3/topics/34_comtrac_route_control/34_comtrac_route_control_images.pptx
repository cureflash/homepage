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'1.0' encoding='UTF-8' standalone='yes'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2192000" cy="570000"/>
          </a:xfrm>
          <a:prstGeom prst="rect">
            <a:avLst/>
          </a:prstGeom>
          <a:solidFill>
            <a:srgbClr val="193755"/>
          </a:solidFill>
          <a:ln w="16000">
            <a:solidFill>
              <a:srgbClr val="193755"/>
            </a:solidFill>
          </a:ln>
        </p:spPr>
        <p:txBody>
          <a:bodyPr lIns="90000" tIns="45000" rIns="90000" bIns="45000" anchor="ctr"/>
          <a:lstStyle/>
          <a:p>
            <a:pPr algn="l"/>
            <a:r>
              <a:rPr lang="ja-JP" sz="2500" b="1">
                <a:solidFill>
                  <a:srgbClr val="191E23"/>
                </a:solidFill>
                <a:latin typeface="Noto Sans CJK JP"/>
                <a:ea typeface="Noto Sans CJK JP"/>
              </a:rPr>
              <a:t/>
            </a:r>
            <a:endParaRPr lang="ja-JP"/>
          </a:p>
        </p:txBody>
      </p:sp>
      <p:sp>
        <p:nvSpPr>
          <p:cNvPr id="3" name="title"/>
          <p:cNvSpPr txBox="1"/>
          <p:nvPr/>
        </p:nvSpPr>
        <p:spPr>
          <a:xfrm>
            <a:off x="170000" y="70000"/>
            <a:ext cx="11200000" cy="380000"/>
          </a:xfrm>
          <a:prstGeom prst="rect">
            <a:avLst/>
          </a:prstGeom>
          <a:noFill/>
          <a:ln>
            <a:noFill/>
          </a:ln>
        </p:spPr>
        <p:txBody>
          <a:bodyPr lIns="30000" tIns="20000" rIns="30000" bIns="20000"/>
          <a:lstStyle/>
          <a:p>
            <a:pPr algn="l"/>
            <a:r>
              <a:rPr lang="ja-JP" sz="2450" b="1">
                <a:solidFill>
                  <a:srgbClr val="FFFFFF"/>
                </a:solidFill>
                <a:latin typeface="Noto Sans CJK JP"/>
                <a:ea typeface="Noto Sans CJK JP"/>
              </a:rPr>
              <a:t>34 COMTRAC② 進路をどう自動制御する？</a:t>
            </a:r>
            <a:endParaRPr lang="ja-JP"/>
          </a:p>
        </p:txBody>
      </p:sp>
      <p:sp>
        <p:nvSpPr>
          <p:cNvPr id="4" name="num"/>
          <p:cNvSpPr txBox="1"/>
          <p:nvPr/>
        </p:nvSpPr>
        <p:spPr>
          <a:xfrm>
            <a:off x="11700000" y="9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30000" tIns="20000" rIns="30000" bIns="20000"/>
          <a:lstStyle/>
          <a:p>
            <a:pPr algn="r"/>
            <a:r>
              <a:rPr lang="ja-JP" sz="1100">
                <a:solidFill>
                  <a:srgbClr val="FFFFFF"/>
                </a:solidFill>
                <a:latin typeface="Noto Sans CJK JP"/>
                <a:ea typeface="Noto Sans CJK JP"/>
              </a:rPr>
              <a:t>1</a:t>
            </a:r>
            <a:endParaRPr lang="ja-JP"/>
          </a:p>
        </p:txBody>
      </p:sp>
      <p:sp>
        <p:nvSpPr>
          <p:cNvPr id="4" name="sub"/>
          <p:cNvSpPr txBox="1"/>
          <p:nvPr/>
        </p:nvSpPr>
        <p:spPr>
          <a:xfrm>
            <a:off x="500000" y="720000"/>
            <a:ext cx="11100000" cy="300000"/>
          </a:xfrm>
          <a:prstGeom prst="rect">
            <a:avLst/>
          </a:prstGeom>
          <a:noFill/>
          <a:ln>
            <a:noFill/>
          </a:ln>
        </p:spPr>
        <p:txBody>
          <a:bodyPr lIns="30000" tIns="20000" rIns="30000" bIns="20000"/>
          <a:lstStyle/>
          <a:p>
            <a:pPr algn="l"/>
            <a:r>
              <a:rPr lang="ja-JP" sz="1400">
                <a:solidFill>
                  <a:srgbClr val="555F69"/>
                </a:solidFill>
                <a:latin typeface="Noto Sans CJK JP"/>
                <a:ea typeface="Noto Sans CJK JP"/>
              </a:rPr>
              <a:t>公開資料の「進路制御」を、電験三種の論理回路・条件判定へ接続</a:t>
            </a:r>
            <a:endParaRPr lang="ja-JP"/>
          </a:p>
        </p:txBody>
      </p:sp>
      <p:sp>
        <p:nvSpPr>
          <p:cNvPr id="5" name="flow"/>
          <p:cNvSpPr/>
          <p:nvPr/>
        </p:nvSpPr>
        <p:spPr>
          <a:xfrm>
            <a:off x="600000" y="1300000"/>
            <a:ext cx="2000000" cy="900000"/>
          </a:xfrm>
          <a:prstGeom prst="roundRect">
            <a:avLst/>
          </a:prstGeom>
          <a:solidFill>
            <a:srgbClr val="F5F8FB"/>
          </a:solidFill>
          <a:ln w="16000">
            <a:solidFill>
              <a:srgbClr val="3773B9"/>
            </a:solidFill>
          </a:ln>
        </p:spPr>
        <p:txBody>
          <a:bodyPr lIns="90000" tIns="45000" rIns="90000" bIns="45000" anchor="ctr"/>
          <a:lstStyle/>
          <a:p>
            <a:pPr algn="ctr"/>
            <a:r>
              <a:rPr lang="ja-JP" sz="1700" b="1">
                <a:solidFill>
                  <a:srgbClr val="191E23"/>
                </a:solidFill>
                <a:latin typeface="Noto Sans CJK JP"/>
                <a:ea typeface="Noto Sans CJK JP"/>
              </a:rPr>
              <a:t>COMTRAC / PRC</a:t>
            </a:r>
            <a:endParaRPr lang="ja-JP"/>
          </a:p>
          <a:p>
            <a:pPr algn="ctr"/>
            <a:r>
              <a:rPr lang="ja-JP" sz="1700" b="1">
                <a:solidFill>
                  <a:srgbClr val="191E23"/>
                </a:solidFill>
                <a:latin typeface="Noto Sans CJK JP"/>
                <a:ea typeface="Noto Sans CJK JP"/>
              </a:rPr>
              <a:t>進路制御・運行表示</a:t>
            </a:r>
            <a:endParaRPr lang="ja-JP"/>
          </a:p>
        </p:txBody>
      </p:sp>
      <p:sp>
        <p:nvSpPr>
          <p:cNvPr id="6" name="flow"/>
          <p:cNvSpPr/>
          <p:nvPr/>
        </p:nvSpPr>
        <p:spPr>
          <a:xfrm>
            <a:off x="3200000" y="1300000"/>
            <a:ext cx="2000000" cy="900000"/>
          </a:xfrm>
          <a:prstGeom prst="roundRect">
            <a:avLst/>
          </a:prstGeom>
          <a:solidFill>
            <a:srgbClr val="F5F8FB"/>
          </a:solidFill>
          <a:ln w="16000">
            <a:solidFill>
              <a:srgbClr val="3773B9"/>
            </a:solidFill>
          </a:ln>
        </p:spPr>
        <p:txBody>
          <a:bodyPr lIns="90000" tIns="45000" rIns="90000" bIns="45000" anchor="ctr"/>
          <a:lstStyle/>
          <a:p>
            <a:pPr algn="ctr"/>
            <a:r>
              <a:rPr lang="ja-JP" sz="1700" b="1">
                <a:solidFill>
                  <a:srgbClr val="191E23"/>
                </a:solidFill>
                <a:latin typeface="Noto Sans CJK JP"/>
                <a:ea typeface="Noto Sans CJK JP"/>
              </a:rPr>
              <a:t>条件を 0 / 1</a:t>
            </a:r>
            <a:endParaRPr lang="ja-JP"/>
          </a:p>
          <a:p>
            <a:pPr algn="ctr"/>
            <a:r>
              <a:rPr lang="ja-JP" sz="1700" b="1">
                <a:solidFill>
                  <a:srgbClr val="191E23"/>
                </a:solidFill>
                <a:latin typeface="Noto Sans CJK JP"/>
                <a:ea typeface="Noto Sans CJK JP"/>
              </a:rPr>
              <a:t>に置換</a:t>
            </a:r>
            <a:endParaRPr lang="ja-JP"/>
          </a:p>
        </p:txBody>
      </p:sp>
      <p:sp>
        <p:nvSpPr>
          <p:cNvPr id="7" name="flow"/>
          <p:cNvSpPr/>
          <p:nvPr/>
        </p:nvSpPr>
        <p:spPr>
          <a:xfrm>
            <a:off x="5700000" y="1300000"/>
            <a:ext cx="2000000" cy="900000"/>
          </a:xfrm>
          <a:prstGeom prst="roundRect">
            <a:avLst/>
          </a:prstGeom>
          <a:solidFill>
            <a:srgbClr val="F5F8FB"/>
          </a:solidFill>
          <a:ln w="16000">
            <a:solidFill>
              <a:srgbClr val="488C5C"/>
            </a:solidFill>
          </a:ln>
        </p:spPr>
        <p:txBody>
          <a:bodyPr lIns="90000" tIns="45000" rIns="90000" bIns="45000" anchor="ctr"/>
          <a:lstStyle/>
          <a:p>
            <a:pPr algn="ctr"/>
            <a:r>
              <a:rPr lang="ja-JP" sz="1700" b="1">
                <a:solidFill>
                  <a:srgbClr val="191E23"/>
                </a:solidFill>
                <a:latin typeface="Noto Sans CJK JP"/>
                <a:ea typeface="Noto Sans CJK JP"/>
              </a:rPr>
              <a:t>AND / OR / NOT</a:t>
            </a:r>
            <a:endParaRPr lang="ja-JP"/>
          </a:p>
          <a:p>
            <a:pPr algn="ctr"/>
            <a:r>
              <a:rPr lang="ja-JP" sz="1700" b="1">
                <a:solidFill>
                  <a:srgbClr val="191E23"/>
                </a:solidFill>
                <a:latin typeface="Noto Sans CJK JP"/>
                <a:ea typeface="Noto Sans CJK JP"/>
              </a:rPr>
              <a:t>で論理判定</a:t>
            </a:r>
            <a:endParaRPr lang="ja-JP"/>
          </a:p>
        </p:txBody>
      </p:sp>
      <p:sp>
        <p:nvSpPr>
          <p:cNvPr id="8" name="flow"/>
          <p:cNvSpPr/>
          <p:nvPr/>
        </p:nvSpPr>
        <p:spPr>
          <a:xfrm>
            <a:off x="8500000" y="1300000"/>
            <a:ext cx="1500000" cy="900000"/>
          </a:xfrm>
          <a:prstGeom prst="roundRect">
            <a:avLst/>
          </a:prstGeom>
          <a:solidFill>
            <a:srgbClr val="F5F8FB"/>
          </a:solidFill>
          <a:ln w="16000">
            <a:solidFill>
              <a:srgbClr val="D77E32"/>
            </a:solidFill>
          </a:ln>
        </p:spPr>
        <p:txBody>
          <a:bodyPr lIns="90000" tIns="45000" rIns="90000" bIns="45000" anchor="ctr"/>
          <a:lstStyle/>
          <a:p>
            <a:pPr algn="ctr"/>
            <a:r>
              <a:rPr lang="ja-JP" sz="1700" b="1">
                <a:solidFill>
                  <a:srgbClr val="191E23"/>
                </a:solidFill>
                <a:latin typeface="Noto Sans CJK JP"/>
                <a:ea typeface="Noto Sans CJK JP"/>
              </a:rPr>
              <a:t>許可 / 不許可</a:t>
            </a:r>
            <a:endParaRPr lang="ja-JP"/>
          </a:p>
        </p:txBody>
      </p:sp>
      <p:sp>
        <p:nvSpPr>
          <p:cNvPr id="9" name="scope"/>
          <p:cNvSpPr/>
          <p:nvPr/>
        </p:nvSpPr>
        <p:spPr>
          <a:xfrm>
            <a:off x="600000" y="2700000"/>
            <a:ext cx="5000000" cy="1900000"/>
          </a:xfrm>
          <a:prstGeom prst="roundRect">
            <a:avLst/>
          </a:prstGeom>
          <a:solidFill>
            <a:srgbClr val="F5F8FB"/>
          </a:solidFill>
          <a:ln w="16000">
            <a:solidFill>
              <a:srgbClr val="A0AAB4"/>
            </a:solidFill>
          </a:ln>
        </p:spPr>
        <p:txBody>
          <a:bodyPr lIns="90000" tIns="45000" rIns="90000" bIns="45000" anchor="ctr"/>
          <a:lstStyle/>
          <a:p>
            <a:pPr algn="ctr"/>
            <a:r>
              <a:rPr lang="ja-JP" sz="1550">
                <a:solidFill>
                  <a:srgbClr val="191E23"/>
                </a:solidFill>
                <a:latin typeface="Noto Sans CJK JP"/>
                <a:ea typeface="Noto Sans CJK JP"/>
              </a:rPr>
              <a:t>固定範囲</a:t>
            </a:r>
            <a:endParaRPr lang="ja-JP"/>
          </a:p>
          <a:p>
            <a:pPr algn="ctr"/>
            <a:r>
              <a:rPr lang="ja-JP" sz="1550">
                <a:solidFill>
                  <a:srgbClr val="191E23"/>
                </a:solidFill>
                <a:latin typeface="Noto Sans CJK JP"/>
                <a:ea typeface="Noto Sans CJK JP"/>
              </a:rPr>
              <a:t>AND・OR・NOT / 真理値表</a:t>
            </a:r>
            <a:endParaRPr lang="ja-JP"/>
          </a:p>
          <a:p>
            <a:pPr algn="ctr"/>
            <a:r>
              <a:rPr lang="ja-JP" sz="1550">
                <a:solidFill>
                  <a:srgbClr val="191E23"/>
                </a:solidFill>
                <a:latin typeface="Noto Sans CJK JP"/>
                <a:ea typeface="Noto Sans CJK JP"/>
              </a:rPr>
              <a:t>多段論理回路・入力波形</a:t>
            </a:r>
            <a:endParaRPr lang="ja-JP"/>
          </a:p>
          <a:p>
            <a:pPr algn="ctr"/>
            <a:r>
              <a:rPr lang="ja-JP" sz="1550">
                <a:solidFill>
                  <a:srgbClr val="191E23"/>
                </a:solidFill>
                <a:latin typeface="Noto Sans CJK JP"/>
                <a:ea typeface="Noto Sans CJK JP"/>
              </a:rPr>
              <a:t>真理値表→論理式</a:t>
            </a:r>
            <a:endParaRPr lang="ja-JP"/>
          </a:p>
          <a:p>
            <a:pPr algn="ctr"/>
            <a:r>
              <a:rPr lang="ja-JP" sz="1550">
                <a:solidFill>
                  <a:srgbClr val="191E23"/>
                </a:solidFill>
                <a:latin typeface="Noto Sans CJK JP"/>
                <a:ea typeface="Noto Sans CJK JP"/>
              </a:rPr>
              <a:t>条件判定・インターロック一般原則</a:t>
            </a:r>
            <a:endParaRPr lang="ja-JP"/>
          </a:p>
        </p:txBody>
      </p:sp>
      <p:sp>
        <p:nvSpPr>
          <p:cNvPr id="10" name="exam"/>
          <p:cNvSpPr/>
          <p:nvPr/>
        </p:nvSpPr>
        <p:spPr>
          <a:xfrm>
            <a:off x="5900000" y="2700000"/>
            <a:ext cx="5400000" cy="1900000"/>
          </a:xfrm>
          <a:prstGeom prst="roundRect">
            <a:avLst/>
          </a:prstGeom>
          <a:solidFill>
            <a:srgbClr val="F5F8FB"/>
          </a:solidFill>
          <a:ln w="16000">
            <a:solidFill>
              <a:srgbClr val="A0AAB4"/>
            </a:solidFill>
          </a:ln>
        </p:spPr>
        <p:txBody>
          <a:bodyPr lIns="90000" tIns="45000" rIns="90000" bIns="45000" anchor="ctr"/>
          <a:lstStyle/>
          <a:p>
            <a:pPr algn="ctr"/>
            <a:r>
              <a:rPr lang="ja-JP" sz="1500">
                <a:solidFill>
                  <a:srgbClr val="191E23"/>
                </a:solidFill>
                <a:latin typeface="Noto Sans CJK JP"/>
                <a:ea typeface="Noto Sans CJK JP"/>
              </a:rPr>
              <a:t>固定EXAM_ALIGNMENT：5問・6答案要素</a:t>
            </a:r>
            <a:endParaRPr lang="ja-JP"/>
          </a:p>
          <a:p>
            <a:pPr algn="ctr"/>
            <a:r>
              <a:rPr lang="ja-JP" sz="1500">
                <a:solidFill>
                  <a:srgbClr val="191E23"/>
                </a:solidFill>
                <a:latin typeface="Noto Sans CJK JP"/>
                <a:ea typeface="Noto Sans CJK JP"/>
              </a:rPr>
              <a:t>R7上 機14：多段回路・出力波形</a:t>
            </a:r>
            <a:endParaRPr lang="ja-JP"/>
          </a:p>
          <a:p>
            <a:pPr algn="ctr"/>
            <a:r>
              <a:rPr lang="ja-JP" sz="1500">
                <a:solidFill>
                  <a:srgbClr val="191E23"/>
                </a:solidFill>
                <a:latin typeface="Noto Sans CJK JP"/>
                <a:ea typeface="Noto Sans CJK JP"/>
              </a:rPr>
              <a:t>R6下 機18(a)(b)：真理値表・多段回路</a:t>
            </a:r>
            <a:endParaRPr lang="ja-JP"/>
          </a:p>
          <a:p>
            <a:pPr algn="ctr"/>
            <a:r>
              <a:rPr lang="ja-JP" sz="1500">
                <a:solidFill>
                  <a:srgbClr val="191E23"/>
                </a:solidFill>
                <a:latin typeface="Noto Sans CJK JP"/>
                <a:ea typeface="Noto Sans CJK JP"/>
              </a:rPr>
              <a:t>R5下 / R2 / H27 機14：真理値表→論理式</a:t>
            </a:r>
            <a:endParaRPr lang="ja-JP"/>
          </a:p>
        </p:txBody>
      </p:sp>
      <p:sp>
        <p:nvSpPr>
          <p:cNvPr id="11" name="note"/>
          <p:cNvSpPr txBox="1"/>
          <p:nvPr/>
        </p:nvSpPr>
        <p:spPr>
          <a:xfrm>
            <a:off x="600000" y="5600000"/>
            <a:ext cx="10800000" cy="400000"/>
          </a:xfrm>
          <a:prstGeom prst="rect">
            <a:avLst/>
          </a:prstGeom>
          <a:noFill/>
          <a:ln>
            <a:noFill/>
          </a:ln>
        </p:spPr>
        <p:txBody>
          <a:bodyPr lIns="30000" tIns="20000" rIns="30000" bIns="20000"/>
          <a:lstStyle/>
          <a:p>
            <a:pPr algn="l"/>
            <a:r>
              <a:rPr lang="ja-JP" sz="1200">
                <a:solidFill>
                  <a:srgbClr val="B0443E"/>
                </a:solidFill>
                <a:latin typeface="Noto Sans CJK JP"/>
                <a:ea typeface="Noto Sans CJK JP"/>
              </a:rPr>
              <a:t>※ 教材用の論理式・条件モデルは実COMTRAC内部仕様を示さない。</a:t>
            </a:r>
            <a:endParaRPr lang="ja-JP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2192000" cy="570000"/>
          </a:xfrm>
          <a:prstGeom prst="rect">
            <a:avLst/>
          </a:prstGeom>
          <a:solidFill>
            <a:srgbClr val="193755"/>
          </a:solidFill>
          <a:ln w="16000">
            <a:solidFill>
              <a:srgbClr val="193755"/>
            </a:solidFill>
          </a:ln>
        </p:spPr>
        <p:txBody>
          <a:bodyPr lIns="90000" tIns="45000" rIns="90000" bIns="45000" anchor="ctr"/>
          <a:lstStyle/>
          <a:p>
            <a:pPr algn="l"/>
            <a:r>
              <a:rPr lang="ja-JP" sz="2500" b="1">
                <a:solidFill>
                  <a:srgbClr val="191E23"/>
                </a:solidFill>
                <a:latin typeface="Noto Sans CJK JP"/>
                <a:ea typeface="Noto Sans CJK JP"/>
              </a:rPr>
              <a:t/>
            </a:r>
            <a:endParaRPr lang="ja-JP"/>
          </a:p>
        </p:txBody>
      </p:sp>
      <p:sp>
        <p:nvSpPr>
          <p:cNvPr id="3" name="title"/>
          <p:cNvSpPr txBox="1"/>
          <p:nvPr/>
        </p:nvSpPr>
        <p:spPr>
          <a:xfrm>
            <a:off x="170000" y="70000"/>
            <a:ext cx="11200000" cy="380000"/>
          </a:xfrm>
          <a:prstGeom prst="rect">
            <a:avLst/>
          </a:prstGeom>
          <a:noFill/>
          <a:ln>
            <a:noFill/>
          </a:ln>
        </p:spPr>
        <p:txBody>
          <a:bodyPr lIns="30000" tIns="20000" rIns="30000" bIns="20000"/>
          <a:lstStyle/>
          <a:p>
            <a:pPr algn="l"/>
            <a:r>
              <a:rPr lang="ja-JP" sz="2450" b="1">
                <a:solidFill>
                  <a:srgbClr val="FFFFFF"/>
                </a:solidFill>
                <a:latin typeface="Noto Sans CJK JP"/>
                <a:ea typeface="Noto Sans CJK JP"/>
              </a:rPr>
              <a:t>AND・OR・NOT：条件判定の三要素</a:t>
            </a:r>
            <a:endParaRPr lang="ja-JP"/>
          </a:p>
        </p:txBody>
      </p:sp>
      <p:sp>
        <p:nvSpPr>
          <p:cNvPr id="4" name="num"/>
          <p:cNvSpPr txBox="1"/>
          <p:nvPr/>
        </p:nvSpPr>
        <p:spPr>
          <a:xfrm>
            <a:off x="11700000" y="9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30000" tIns="20000" rIns="30000" bIns="20000"/>
          <a:lstStyle/>
          <a:p>
            <a:pPr algn="r"/>
            <a:r>
              <a:rPr lang="ja-JP" sz="1100">
                <a:solidFill>
                  <a:srgbClr val="FFFFFF"/>
                </a:solidFill>
                <a:latin typeface="Noto Sans CJK JP"/>
                <a:ea typeface="Noto Sans CJK JP"/>
              </a:rPr>
              <a:t>2</a:t>
            </a:r>
            <a:endParaRPr lang="ja-JP"/>
          </a:p>
        </p:txBody>
      </p:sp>
      <p:sp>
        <p:nvSpPr>
          <p:cNvPr id="4" name="gate"/>
          <p:cNvSpPr/>
          <p:nvPr/>
        </p:nvSpPr>
        <p:spPr>
          <a:xfrm>
            <a:off x="500000" y="900000"/>
            <a:ext cx="3300000" cy="850000"/>
          </a:xfrm>
          <a:prstGeom prst="roundRect">
            <a:avLst/>
          </a:prstGeom>
          <a:solidFill>
            <a:srgbClr val="F5F8FB"/>
          </a:solidFill>
          <a:ln w="16000">
            <a:solidFill>
              <a:srgbClr val="3773B9"/>
            </a:solidFill>
          </a:ln>
        </p:spPr>
        <p:txBody>
          <a:bodyPr lIns="90000" tIns="45000" rIns="90000" bIns="45000" anchor="ctr"/>
          <a:lstStyle/>
          <a:p>
            <a:pPr algn="ctr"/>
            <a:r>
              <a:rPr lang="ja-JP" sz="1750" b="1">
                <a:solidFill>
                  <a:srgbClr val="191E23"/>
                </a:solidFill>
                <a:latin typeface="Noto Sans CJK JP"/>
                <a:ea typeface="Noto Sans CJK JP"/>
              </a:rPr>
              <a:t>AND　Y=A・B</a:t>
            </a:r>
            <a:endParaRPr lang="ja-JP"/>
          </a:p>
          <a:p>
            <a:pPr algn="ctr"/>
            <a:r>
              <a:rPr lang="ja-JP" sz="1750" b="1">
                <a:solidFill>
                  <a:srgbClr val="191E23"/>
                </a:solidFill>
                <a:latin typeface="Noto Sans CJK JP"/>
                <a:ea typeface="Noto Sans CJK JP"/>
              </a:rPr>
              <a:t>全入力1 → 1</a:t>
            </a:r>
            <a:endParaRPr lang="ja-JP"/>
          </a:p>
        </p:txBody>
      </p:sp>
      <p:sp>
        <p:nvSpPr>
          <p:cNvPr id="5" name="gate"/>
          <p:cNvSpPr/>
          <p:nvPr/>
        </p:nvSpPr>
        <p:spPr>
          <a:xfrm>
            <a:off x="4300000" y="900000"/>
            <a:ext cx="3300000" cy="850000"/>
          </a:xfrm>
          <a:prstGeom prst="roundRect">
            <a:avLst/>
          </a:prstGeom>
          <a:solidFill>
            <a:srgbClr val="F5F8FB"/>
          </a:solidFill>
          <a:ln w="16000">
            <a:solidFill>
              <a:srgbClr val="488C5C"/>
            </a:solidFill>
          </a:ln>
        </p:spPr>
        <p:txBody>
          <a:bodyPr lIns="90000" tIns="45000" rIns="90000" bIns="45000" anchor="ctr"/>
          <a:lstStyle/>
          <a:p>
            <a:pPr algn="ctr"/>
            <a:r>
              <a:rPr lang="ja-JP" sz="1750" b="1">
                <a:solidFill>
                  <a:srgbClr val="191E23"/>
                </a:solidFill>
                <a:latin typeface="Noto Sans CJK JP"/>
                <a:ea typeface="Noto Sans CJK JP"/>
              </a:rPr>
              <a:t>OR　Y=A+B</a:t>
            </a:r>
            <a:endParaRPr lang="ja-JP"/>
          </a:p>
          <a:p>
            <a:pPr algn="ctr"/>
            <a:r>
              <a:rPr lang="ja-JP" sz="1750" b="1">
                <a:solidFill>
                  <a:srgbClr val="191E23"/>
                </a:solidFill>
                <a:latin typeface="Noto Sans CJK JP"/>
                <a:ea typeface="Noto Sans CJK JP"/>
              </a:rPr>
              <a:t>少なくとも1入力1 → 1</a:t>
            </a:r>
            <a:endParaRPr lang="ja-JP"/>
          </a:p>
        </p:txBody>
      </p:sp>
      <p:sp>
        <p:nvSpPr>
          <p:cNvPr id="6" name="gate"/>
          <p:cNvSpPr/>
          <p:nvPr/>
        </p:nvSpPr>
        <p:spPr>
          <a:xfrm>
            <a:off x="8100000" y="900000"/>
            <a:ext cx="3300000" cy="850000"/>
          </a:xfrm>
          <a:prstGeom prst="roundRect">
            <a:avLst/>
          </a:prstGeom>
          <a:solidFill>
            <a:srgbClr val="F5F8FB"/>
          </a:solidFill>
          <a:ln w="16000">
            <a:solidFill>
              <a:srgbClr val="D77E32"/>
            </a:solidFill>
          </a:ln>
        </p:spPr>
        <p:txBody>
          <a:bodyPr lIns="90000" tIns="45000" rIns="90000" bIns="45000" anchor="ctr"/>
          <a:lstStyle/>
          <a:p>
            <a:pPr algn="ctr"/>
            <a:r>
              <a:rPr lang="ja-JP" sz="1750" b="1">
                <a:solidFill>
                  <a:srgbClr val="191E23"/>
                </a:solidFill>
                <a:latin typeface="Noto Sans CJK JP"/>
                <a:ea typeface="Noto Sans CJK JP"/>
              </a:rPr>
              <a:t>NOT　Y=¬A</a:t>
            </a:r>
            <a:endParaRPr lang="ja-JP"/>
          </a:p>
          <a:p>
            <a:pPr algn="ctr"/>
            <a:r>
              <a:rPr lang="ja-JP" sz="1750" b="1">
                <a:solidFill>
                  <a:srgbClr val="191E23"/>
                </a:solidFill>
                <a:latin typeface="Noto Sans CJK JP"/>
                <a:ea typeface="Noto Sans CJK JP"/>
              </a:rPr>
              <a:t>入力を反転</a:t>
            </a:r>
            <a:endParaRPr lang="ja-JP"/>
          </a:p>
        </p:txBody>
      </p:sp>
      <p:sp>
        <p:nvSpPr>
          <p:cNvPr id="7" name="truth"/>
          <p:cNvSpPr txBox="1"/>
          <p:nvPr/>
        </p:nvSpPr>
        <p:spPr>
          <a:xfrm>
            <a:off x="650000" y="2100000"/>
            <a:ext cx="4200000" cy="2400000"/>
          </a:xfrm>
          <a:prstGeom prst="rect">
            <a:avLst/>
          </a:prstGeom>
          <a:noFill/>
          <a:ln>
            <a:noFill/>
          </a:ln>
        </p:spPr>
        <p:txBody>
          <a:bodyPr lIns="30000" tIns="20000" rIns="30000" bIns="20000"/>
          <a:lstStyle/>
          <a:p>
            <a:pPr algn="l"/>
            <a:r>
              <a:rPr lang="ja-JP" sz="1700" b="1">
                <a:solidFill>
                  <a:srgbClr val="193755"/>
                </a:solidFill>
                <a:latin typeface="Noto Sans CJK JP"/>
                <a:ea typeface="Noto Sans CJK JP"/>
              </a:rPr>
              <a:t>2入力真理値表</a:t>
            </a:r>
            <a:endParaRPr lang="ja-JP"/>
          </a:p>
          <a:p>
            <a:pPr algn="l"/>
            <a:r>
              <a:rPr lang="ja-JP" sz="1700" b="1">
                <a:solidFill>
                  <a:srgbClr val="193755"/>
                </a:solidFill>
                <a:latin typeface="Noto Sans CJK JP"/>
                <a:ea typeface="Noto Sans CJK JP"/>
              </a:rPr>
              <a:t> A  B │ AND OR</a:t>
            </a:r>
            <a:endParaRPr lang="ja-JP"/>
          </a:p>
          <a:p>
            <a:pPr algn="l"/>
            <a:r>
              <a:rPr lang="ja-JP" sz="1700" b="1">
                <a:solidFill>
                  <a:srgbClr val="193755"/>
                </a:solidFill>
                <a:latin typeface="Noto Sans CJK JP"/>
                <a:ea typeface="Noto Sans CJK JP"/>
              </a:rPr>
              <a:t> 0  0 │  0   0</a:t>
            </a:r>
            <a:endParaRPr lang="ja-JP"/>
          </a:p>
          <a:p>
            <a:pPr algn="l"/>
            <a:r>
              <a:rPr lang="ja-JP" sz="1700" b="1">
                <a:solidFill>
                  <a:srgbClr val="193755"/>
                </a:solidFill>
                <a:latin typeface="Noto Sans CJK JP"/>
                <a:ea typeface="Noto Sans CJK JP"/>
              </a:rPr>
              <a:t> 0  1 │  0   1</a:t>
            </a:r>
            <a:endParaRPr lang="ja-JP"/>
          </a:p>
          <a:p>
            <a:pPr algn="l"/>
            <a:r>
              <a:rPr lang="ja-JP" sz="1700" b="1">
                <a:solidFill>
                  <a:srgbClr val="193755"/>
                </a:solidFill>
                <a:latin typeface="Noto Sans CJK JP"/>
                <a:ea typeface="Noto Sans CJK JP"/>
              </a:rPr>
              <a:t> 1  0 │  0   1</a:t>
            </a:r>
            <a:endParaRPr lang="ja-JP"/>
          </a:p>
          <a:p>
            <a:pPr algn="l"/>
            <a:r>
              <a:rPr lang="ja-JP" sz="1700" b="1">
                <a:solidFill>
                  <a:srgbClr val="193755"/>
                </a:solidFill>
                <a:latin typeface="Noto Sans CJK JP"/>
                <a:ea typeface="Noto Sans CJK JP"/>
              </a:rPr>
              <a:t> 1  1 │  1   1</a:t>
            </a:r>
            <a:endParaRPr lang="ja-JP"/>
          </a:p>
          <a:p>
            <a:pPr algn="l"/>
            <a:r>
              <a:rPr lang="ja-JP" sz="1700" b="1">
                <a:solidFill>
                  <a:srgbClr val="193755"/>
                </a:solidFill>
                <a:latin typeface="Noto Sans CJK JP"/>
                <a:ea typeface="Noto Sans CJK JP"/>
              </a:rPr>
              <a:t/>
            </a:r>
            <a:endParaRPr lang="ja-JP"/>
          </a:p>
          <a:p>
            <a:pPr algn="l"/>
            <a:r>
              <a:rPr lang="ja-JP" sz="1700" b="1">
                <a:solidFill>
                  <a:srgbClr val="193755"/>
                </a:solidFill>
                <a:latin typeface="Noto Sans CJK JP"/>
                <a:ea typeface="Noto Sans CJK JP"/>
              </a:rPr>
              <a:t>NOT：0→1、1→0</a:t>
            </a:r>
            <a:endParaRPr lang="ja-JP"/>
          </a:p>
        </p:txBody>
      </p:sp>
      <p:sp>
        <p:nvSpPr>
          <p:cNvPr id="8" name="cond"/>
          <p:cNvSpPr/>
          <p:nvPr/>
        </p:nvSpPr>
        <p:spPr>
          <a:xfrm>
            <a:off x="5800000" y="2100000"/>
            <a:ext cx="5200000" cy="1600000"/>
          </a:xfrm>
          <a:prstGeom prst="roundRect">
            <a:avLst/>
          </a:prstGeom>
          <a:solidFill>
            <a:srgbClr val="F5F8FB"/>
          </a:solidFill>
          <a:ln w="16000">
            <a:solidFill>
              <a:srgbClr val="A0AAB4"/>
            </a:solidFill>
          </a:ln>
        </p:spPr>
        <p:txBody>
          <a:bodyPr lIns="90000" tIns="45000" rIns="90000" bIns="45000" anchor="ctr"/>
          <a:lstStyle/>
          <a:p>
            <a:pPr algn="ctr"/>
            <a:r>
              <a:rPr lang="ja-JP" sz="1700">
                <a:solidFill>
                  <a:srgbClr val="191E23"/>
                </a:solidFill>
                <a:latin typeface="Noto Sans CJK JP"/>
                <a:ea typeface="Noto Sans CJK JP"/>
              </a:rPr>
              <a:t>条件を論理式へ</a:t>
            </a:r>
            <a:endParaRPr lang="ja-JP"/>
          </a:p>
          <a:p>
            <a:pPr algn="ctr"/>
            <a:r>
              <a:rPr lang="ja-JP" sz="1700">
                <a:solidFill>
                  <a:srgbClr val="191E23"/>
                </a:solidFill>
                <a:latin typeface="Noto Sans CJK JP"/>
                <a:ea typeface="Noto Sans CJK JP"/>
              </a:rPr>
              <a:t>必要条件 → AND</a:t>
            </a:r>
            <a:endParaRPr lang="ja-JP"/>
          </a:p>
          <a:p>
            <a:pPr algn="ctr"/>
            <a:r>
              <a:rPr lang="ja-JP" sz="1700">
                <a:solidFill>
                  <a:srgbClr val="191E23"/>
                </a:solidFill>
                <a:latin typeface="Noto Sans CJK JP"/>
                <a:ea typeface="Noto Sans CJK JP"/>
              </a:rPr>
              <a:t>代替条件 → OR</a:t>
            </a:r>
            <a:endParaRPr lang="ja-JP"/>
          </a:p>
          <a:p>
            <a:pPr algn="ctr"/>
            <a:r>
              <a:rPr lang="ja-JP" sz="1700">
                <a:solidFill>
                  <a:srgbClr val="191E23"/>
                </a:solidFill>
                <a:latin typeface="Noto Sans CJK JP"/>
                <a:ea typeface="Noto Sans CJK JP"/>
              </a:rPr>
              <a:t>禁止条件 → NOT</a:t>
            </a:r>
            <a:endParaRPr lang="ja-JP"/>
          </a:p>
        </p:txBody>
      </p:sp>
      <p:sp>
        <p:nvSpPr>
          <p:cNvPr id="9" name="model"/>
          <p:cNvSpPr/>
          <p:nvPr/>
        </p:nvSpPr>
        <p:spPr>
          <a:xfrm>
            <a:off x="2700000" y="4800000"/>
            <a:ext cx="6800000" cy="750000"/>
          </a:xfrm>
          <a:prstGeom prst="roundRect">
            <a:avLst/>
          </a:prstGeom>
          <a:solidFill>
            <a:srgbClr val="FFF3CE"/>
          </a:solidFill>
          <a:ln w="16000">
            <a:solidFill>
              <a:srgbClr val="D77E32"/>
            </a:solidFill>
          </a:ln>
        </p:spPr>
        <p:txBody>
          <a:bodyPr lIns="90000" tIns="45000" rIns="90000" bIns="45000" anchor="ctr"/>
          <a:lstStyle/>
          <a:p>
            <a:pPr algn="ctr"/>
            <a:r>
              <a:rPr lang="ja-JP" sz="2050" b="1">
                <a:solidFill>
                  <a:srgbClr val="191E23"/>
                </a:solidFill>
                <a:latin typeface="Noto Sans CJK JP"/>
                <a:ea typeface="Noto Sans CJK JP"/>
              </a:rPr>
              <a:t>学習用モデル　Y = A・(B+C)・¬D</a:t>
            </a:r>
            <a:endParaRPr lang="ja-JP"/>
          </a:p>
        </p:txBody>
      </p:sp>
      <p:sp>
        <p:nvSpPr>
          <p:cNvPr id="10" name="note"/>
          <p:cNvSpPr txBox="1"/>
          <p:nvPr/>
        </p:nvSpPr>
        <p:spPr>
          <a:xfrm>
            <a:off x="2200000" y="5650000"/>
            <a:ext cx="7800000" cy="350000"/>
          </a:xfrm>
          <a:prstGeom prst="rect">
            <a:avLst/>
          </a:prstGeom>
          <a:noFill/>
          <a:ln>
            <a:noFill/>
          </a:ln>
        </p:spPr>
        <p:txBody>
          <a:bodyPr lIns="30000" tIns="20000" rIns="30000" bIns="20000"/>
          <a:lstStyle/>
          <a:p>
            <a:pPr algn="ctr"/>
            <a:r>
              <a:rPr lang="ja-JP" sz="1250" b="1">
                <a:solidFill>
                  <a:srgbClr val="B0443E"/>
                </a:solidFill>
                <a:latin typeface="Noto Sans CJK JP"/>
                <a:ea typeface="Noto Sans CJK JP"/>
              </a:rPr>
              <a:t>論理ORの 1+1 は 1。算術加算ではない。</a:t>
            </a:r>
            <a:endParaRPr lang="ja-JP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2192000" cy="570000"/>
          </a:xfrm>
          <a:prstGeom prst="rect">
            <a:avLst/>
          </a:prstGeom>
          <a:solidFill>
            <a:srgbClr val="193755"/>
          </a:solidFill>
          <a:ln w="16000">
            <a:solidFill>
              <a:srgbClr val="193755"/>
            </a:solidFill>
          </a:ln>
        </p:spPr>
        <p:txBody>
          <a:bodyPr lIns="90000" tIns="45000" rIns="90000" bIns="45000" anchor="ctr"/>
          <a:lstStyle/>
          <a:p>
            <a:pPr algn="l"/>
            <a:r>
              <a:rPr lang="ja-JP" sz="2500" b="1">
                <a:solidFill>
                  <a:srgbClr val="191E23"/>
                </a:solidFill>
                <a:latin typeface="Noto Sans CJK JP"/>
                <a:ea typeface="Noto Sans CJK JP"/>
              </a:rPr>
              <a:t/>
            </a:r>
            <a:endParaRPr lang="ja-JP"/>
          </a:p>
        </p:txBody>
      </p:sp>
      <p:sp>
        <p:nvSpPr>
          <p:cNvPr id="3" name="title"/>
          <p:cNvSpPr txBox="1"/>
          <p:nvPr/>
        </p:nvSpPr>
        <p:spPr>
          <a:xfrm>
            <a:off x="170000" y="70000"/>
            <a:ext cx="11200000" cy="380000"/>
          </a:xfrm>
          <a:prstGeom prst="rect">
            <a:avLst/>
          </a:prstGeom>
          <a:noFill/>
          <a:ln>
            <a:noFill/>
          </a:ln>
        </p:spPr>
        <p:txBody>
          <a:bodyPr lIns="30000" tIns="20000" rIns="30000" bIns="20000"/>
          <a:lstStyle/>
          <a:p>
            <a:pPr algn="l"/>
            <a:r>
              <a:rPr lang="ja-JP" sz="2450" b="1">
                <a:solidFill>
                  <a:srgbClr val="FFFFFF"/>
                </a:solidFill>
                <a:latin typeface="Noto Sans CJK JP"/>
                <a:ea typeface="Noto Sans CJK JP"/>
              </a:rPr>
              <a:t>多段論理回路・入力波形：中間信号へ分けて追う</a:t>
            </a:r>
            <a:endParaRPr lang="ja-JP"/>
          </a:p>
        </p:txBody>
      </p:sp>
      <p:sp>
        <p:nvSpPr>
          <p:cNvPr id="4" name="num"/>
          <p:cNvSpPr txBox="1"/>
          <p:nvPr/>
        </p:nvSpPr>
        <p:spPr>
          <a:xfrm>
            <a:off x="11700000" y="9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30000" tIns="20000" rIns="30000" bIns="20000"/>
          <a:lstStyle/>
          <a:p>
            <a:pPr algn="r"/>
            <a:r>
              <a:rPr lang="ja-JP" sz="1100">
                <a:solidFill>
                  <a:srgbClr val="FFFFFF"/>
                </a:solidFill>
                <a:latin typeface="Noto Sans CJK JP"/>
                <a:ea typeface="Noto Sans CJK JP"/>
              </a:rPr>
              <a:t>3</a:t>
            </a:r>
            <a:endParaRPr lang="ja-JP"/>
          </a:p>
        </p:txBody>
      </p:sp>
      <p:sp>
        <p:nvSpPr>
          <p:cNvPr id="4" name="circuit"/>
          <p:cNvSpPr/>
          <p:nvPr/>
        </p:nvSpPr>
        <p:spPr>
          <a:xfrm>
            <a:off x="500000" y="950000"/>
            <a:ext cx="5600000" cy="2400000"/>
          </a:xfrm>
          <a:prstGeom prst="roundRect">
            <a:avLst/>
          </a:prstGeom>
          <a:solidFill>
            <a:srgbClr val="F5F8FB"/>
          </a:solidFill>
          <a:ln w="16000">
            <a:solidFill>
              <a:srgbClr val="3773B9"/>
            </a:solidFill>
          </a:ln>
        </p:spPr>
        <p:txBody>
          <a:bodyPr lIns="90000" tIns="45000" rIns="90000" bIns="45000" anchor="ctr"/>
          <a:lstStyle/>
          <a:p>
            <a:pPr algn="ctr"/>
            <a:r>
              <a:rPr lang="ja-JP" sz="1750">
                <a:solidFill>
                  <a:srgbClr val="191E23"/>
                </a:solidFill>
                <a:latin typeface="Noto Sans CJK JP"/>
                <a:ea typeface="Noto Sans CJK JP"/>
              </a:rPr>
              <a:t>多段回路は中間信号へ分ける</a:t>
            </a:r>
            <a:endParaRPr lang="ja-JP"/>
          </a:p>
          <a:p>
            <a:pPr algn="ctr"/>
            <a:r>
              <a:rPr lang="ja-JP" sz="1750">
                <a:solidFill>
                  <a:srgbClr val="191E23"/>
                </a:solidFill>
                <a:latin typeface="Noto Sans CJK JP"/>
                <a:ea typeface="Noto Sans CJK JP"/>
              </a:rPr>
              <a:t/>
            </a:r>
            <a:endParaRPr lang="ja-JP"/>
          </a:p>
          <a:p>
            <a:pPr algn="ctr"/>
            <a:r>
              <a:rPr lang="ja-JP" sz="1750">
                <a:solidFill>
                  <a:srgbClr val="191E23"/>
                </a:solidFill>
                <a:latin typeface="Noto Sans CJK JP"/>
                <a:ea typeface="Noto Sans CJK JP"/>
              </a:rPr>
              <a:t>X = A・B</a:t>
            </a:r>
            <a:endParaRPr lang="ja-JP"/>
          </a:p>
          <a:p>
            <a:pPr algn="ctr"/>
            <a:r>
              <a:rPr lang="ja-JP" sz="1750">
                <a:solidFill>
                  <a:srgbClr val="191E23"/>
                </a:solidFill>
                <a:latin typeface="Noto Sans CJK JP"/>
                <a:ea typeface="Noto Sans CJK JP"/>
              </a:rPr>
              <a:t>W = ¬C</a:t>
            </a:r>
            <a:endParaRPr lang="ja-JP"/>
          </a:p>
          <a:p>
            <a:pPr algn="ctr"/>
            <a:r>
              <a:rPr lang="ja-JP" sz="1750">
                <a:solidFill>
                  <a:srgbClr val="191E23"/>
                </a:solidFill>
                <a:latin typeface="Noto Sans CJK JP"/>
                <a:ea typeface="Noto Sans CJK JP"/>
              </a:rPr>
              <a:t>Y = X + W</a:t>
            </a:r>
            <a:endParaRPr lang="ja-JP"/>
          </a:p>
          <a:p>
            <a:pPr algn="ctr"/>
            <a:r>
              <a:rPr lang="ja-JP" sz="1750">
                <a:solidFill>
                  <a:srgbClr val="191E23"/>
                </a:solidFill>
                <a:latin typeface="Noto Sans CJK JP"/>
                <a:ea typeface="Noto Sans CJK JP"/>
              </a:rPr>
              <a:t/>
            </a:r>
            <a:endParaRPr lang="ja-JP"/>
          </a:p>
          <a:p>
            <a:pPr algn="ctr"/>
            <a:r>
              <a:rPr lang="ja-JP" sz="1750">
                <a:solidFill>
                  <a:srgbClr val="191E23"/>
                </a:solidFill>
                <a:latin typeface="Noto Sans CJK JP"/>
                <a:ea typeface="Noto Sans CJK JP"/>
              </a:rPr>
              <a:t>入力側 → X,W → 最終Y の順に計算</a:t>
            </a:r>
            <a:endParaRPr lang="ja-JP"/>
          </a:p>
        </p:txBody>
      </p:sp>
      <p:sp>
        <p:nvSpPr>
          <p:cNvPr id="5" name="alg"/>
          <p:cNvSpPr/>
          <p:nvPr/>
        </p:nvSpPr>
        <p:spPr>
          <a:xfrm>
            <a:off x="6500000" y="950000"/>
            <a:ext cx="5000000" cy="2400000"/>
          </a:xfrm>
          <a:prstGeom prst="roundRect">
            <a:avLst/>
          </a:prstGeom>
          <a:solidFill>
            <a:srgbClr val="F5F8FB"/>
          </a:solidFill>
          <a:ln w="16000">
            <a:solidFill>
              <a:srgbClr val="A0AAB4"/>
            </a:solidFill>
          </a:ln>
        </p:spPr>
        <p:txBody>
          <a:bodyPr lIns="90000" tIns="45000" rIns="90000" bIns="45000" anchor="ctr"/>
          <a:lstStyle/>
          <a:p>
            <a:pPr algn="ctr"/>
            <a:r>
              <a:rPr lang="ja-JP" sz="1550">
                <a:solidFill>
                  <a:srgbClr val="191E23"/>
                </a:solidFill>
                <a:latin typeface="Noto Sans CJK JP"/>
                <a:ea typeface="Noto Sans CJK JP"/>
              </a:rPr>
              <a:t>入力波形の解法</a:t>
            </a:r>
            <a:endParaRPr lang="ja-JP"/>
          </a:p>
          <a:p>
            <a:pPr algn="ctr"/>
            <a:r>
              <a:rPr lang="ja-JP" sz="1550">
                <a:solidFill>
                  <a:srgbClr val="191E23"/>
                </a:solidFill>
                <a:latin typeface="Noto Sans CJK JP"/>
                <a:ea typeface="Noto Sans CJK JP"/>
              </a:rPr>
              <a:t>① 全変化時刻を拾う</a:t>
            </a:r>
            <a:endParaRPr lang="ja-JP"/>
          </a:p>
          <a:p>
            <a:pPr algn="ctr"/>
            <a:r>
              <a:rPr lang="ja-JP" sz="1550">
                <a:solidFill>
                  <a:srgbClr val="191E23"/>
                </a:solidFill>
                <a:latin typeface="Noto Sans CJK JP"/>
                <a:ea typeface="Noto Sans CJK JP"/>
              </a:rPr>
              <a:t>② 時間軸を区間分割</a:t>
            </a:r>
            <a:endParaRPr lang="ja-JP"/>
          </a:p>
          <a:p>
            <a:pPr algn="ctr"/>
            <a:r>
              <a:rPr lang="ja-JP" sz="1550">
                <a:solidFill>
                  <a:srgbClr val="191E23"/>
                </a:solidFill>
                <a:latin typeface="Noto Sans CJK JP"/>
                <a:ea typeface="Noto Sans CJK JP"/>
              </a:rPr>
              <a:t>③ 各区間を0/1化</a:t>
            </a:r>
            <a:endParaRPr lang="ja-JP"/>
          </a:p>
          <a:p>
            <a:pPr algn="ctr"/>
            <a:r>
              <a:rPr lang="ja-JP" sz="1550">
                <a:solidFill>
                  <a:srgbClr val="191E23"/>
                </a:solidFill>
                <a:latin typeface="Noto Sans CJK JP"/>
                <a:ea typeface="Noto Sans CJK JP"/>
              </a:rPr>
              <a:t>④ 中間信号を順に計算</a:t>
            </a:r>
            <a:endParaRPr lang="ja-JP"/>
          </a:p>
          <a:p>
            <a:pPr algn="ctr"/>
            <a:r>
              <a:rPr lang="ja-JP" sz="1550">
                <a:solidFill>
                  <a:srgbClr val="191E23"/>
                </a:solidFill>
                <a:latin typeface="Noto Sans CJK JP"/>
                <a:ea typeface="Noto Sans CJK JP"/>
              </a:rPr>
              <a:t>⑤ YをLow/Highへ戻す</a:t>
            </a:r>
            <a:endParaRPr lang="ja-JP"/>
          </a:p>
        </p:txBody>
      </p:sp>
      <p:sp>
        <p:nvSpPr>
          <p:cNvPr id="6" name="example"/>
          <p:cNvSpPr txBox="1"/>
          <p:nvPr/>
        </p:nvSpPr>
        <p:spPr>
          <a:xfrm>
            <a:off x="700000" y="3700000"/>
            <a:ext cx="5600000" cy="1600000"/>
          </a:xfrm>
          <a:prstGeom prst="rect">
            <a:avLst/>
          </a:prstGeom>
          <a:noFill/>
          <a:ln>
            <a:noFill/>
          </a:ln>
        </p:spPr>
        <p:txBody>
          <a:bodyPr lIns="30000" tIns="20000" rIns="30000" bIns="20000"/>
          <a:lstStyle/>
          <a:p>
            <a:pPr algn="l"/>
            <a:r>
              <a:rPr lang="ja-JP" sz="1550" b="1">
                <a:solidFill>
                  <a:srgbClr val="193755"/>
                </a:solidFill>
                <a:latin typeface="Noto Sans CJK JP"/>
                <a:ea typeface="Noto Sans CJK JP"/>
              </a:rPr>
              <a:t>例：X=A・B, W=¬C, Y=X+W</a:t>
            </a:r>
            <a:endParaRPr lang="ja-JP"/>
          </a:p>
          <a:p>
            <a:pPr algn="l"/>
            <a:r>
              <a:rPr lang="ja-JP" sz="1550" b="1">
                <a:solidFill>
                  <a:srgbClr val="193755"/>
                </a:solidFill>
                <a:latin typeface="Noto Sans CJK JP"/>
                <a:ea typeface="Noto Sans CJK JP"/>
              </a:rPr>
              <a:t>区間   A B C │ X W Y</a:t>
            </a:r>
            <a:endParaRPr lang="ja-JP"/>
          </a:p>
          <a:p>
            <a:pPr algn="l"/>
            <a:r>
              <a:rPr lang="ja-JP" sz="1550" b="1">
                <a:solidFill>
                  <a:srgbClr val="193755"/>
                </a:solidFill>
                <a:latin typeface="Noto Sans CJK JP"/>
                <a:ea typeface="Noto Sans CJK JP"/>
              </a:rPr>
              <a:t>t0–t1  1 1 1 │ 1 0 1</a:t>
            </a:r>
            <a:endParaRPr lang="ja-JP"/>
          </a:p>
          <a:p>
            <a:pPr algn="l"/>
            <a:r>
              <a:rPr lang="ja-JP" sz="1550" b="1">
                <a:solidFill>
                  <a:srgbClr val="193755"/>
                </a:solidFill>
                <a:latin typeface="Noto Sans CJK JP"/>
                <a:ea typeface="Noto Sans CJK JP"/>
              </a:rPr>
              <a:t>t1–t2  1 1 0 │ 1 1 1</a:t>
            </a:r>
            <a:endParaRPr lang="ja-JP"/>
          </a:p>
          <a:p>
            <a:pPr algn="l"/>
            <a:r>
              <a:rPr lang="ja-JP" sz="1550" b="1">
                <a:solidFill>
                  <a:srgbClr val="193755"/>
                </a:solidFill>
                <a:latin typeface="Noto Sans CJK JP"/>
                <a:ea typeface="Noto Sans CJK JP"/>
              </a:rPr>
              <a:t>t2–t3  0 1 0 │ 0 1 1</a:t>
            </a:r>
            <a:endParaRPr lang="ja-JP"/>
          </a:p>
        </p:txBody>
      </p:sp>
      <p:sp>
        <p:nvSpPr>
          <p:cNvPr id="7" name="warn"/>
          <p:cNvSpPr txBox="1"/>
          <p:nvPr/>
        </p:nvSpPr>
        <p:spPr>
          <a:xfrm>
            <a:off x="6500000" y="3900000"/>
            <a:ext cx="5000000" cy="900000"/>
          </a:xfrm>
          <a:prstGeom prst="rect">
            <a:avLst/>
          </a:prstGeom>
          <a:noFill/>
          <a:ln>
            <a:noFill/>
          </a:ln>
        </p:spPr>
        <p:txBody>
          <a:bodyPr lIns="30000" tIns="20000" rIns="30000" bIns="20000"/>
          <a:lstStyle/>
          <a:p>
            <a:pPr algn="l"/>
            <a:r>
              <a:rPr lang="ja-JP" sz="1400" b="1">
                <a:solidFill>
                  <a:srgbClr val="191E23"/>
                </a:solidFill>
                <a:latin typeface="Noto Sans CJK JP"/>
                <a:ea typeface="Noto Sans CJK JP"/>
              </a:rPr>
              <a:t>入力が変わってもYが必ず反転するとは限らない。</a:t>
            </a:r>
            <a:endParaRPr lang="ja-JP"/>
          </a:p>
          <a:p>
            <a:pPr algn="l"/>
            <a:r>
              <a:rPr lang="ja-JP" sz="1400" b="1">
                <a:solidFill>
                  <a:srgbClr val="191E23"/>
                </a:solidFill>
                <a:latin typeface="Noto Sans CJK JP"/>
                <a:ea typeface="Noto Sans CJK JP"/>
              </a:rPr>
              <a:t>各区間で中間信号から再計算する。</a:t>
            </a:r>
            <a:endParaRPr lang="ja-JP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2192000" cy="570000"/>
          </a:xfrm>
          <a:prstGeom prst="rect">
            <a:avLst/>
          </a:prstGeom>
          <a:solidFill>
            <a:srgbClr val="193755"/>
          </a:solidFill>
          <a:ln w="16000">
            <a:solidFill>
              <a:srgbClr val="193755"/>
            </a:solidFill>
          </a:ln>
        </p:spPr>
        <p:txBody>
          <a:bodyPr lIns="90000" tIns="45000" rIns="90000" bIns="45000" anchor="ctr"/>
          <a:lstStyle/>
          <a:p>
            <a:pPr algn="l"/>
            <a:r>
              <a:rPr lang="ja-JP" sz="2500" b="1">
                <a:solidFill>
                  <a:srgbClr val="191E23"/>
                </a:solidFill>
                <a:latin typeface="Noto Sans CJK JP"/>
                <a:ea typeface="Noto Sans CJK JP"/>
              </a:rPr>
              <a:t/>
            </a:r>
            <a:endParaRPr lang="ja-JP"/>
          </a:p>
        </p:txBody>
      </p:sp>
      <p:sp>
        <p:nvSpPr>
          <p:cNvPr id="3" name="title"/>
          <p:cNvSpPr txBox="1"/>
          <p:nvPr/>
        </p:nvSpPr>
        <p:spPr>
          <a:xfrm>
            <a:off x="170000" y="70000"/>
            <a:ext cx="11200000" cy="380000"/>
          </a:xfrm>
          <a:prstGeom prst="rect">
            <a:avLst/>
          </a:prstGeom>
          <a:noFill/>
          <a:ln>
            <a:noFill/>
          </a:ln>
        </p:spPr>
        <p:txBody>
          <a:bodyPr lIns="30000" tIns="20000" rIns="30000" bIns="20000"/>
          <a:lstStyle/>
          <a:p>
            <a:pPr algn="l"/>
            <a:r>
              <a:rPr lang="ja-JP" sz="2450" b="1">
                <a:solidFill>
                  <a:srgbClr val="FFFFFF"/>
                </a:solidFill>
                <a:latin typeface="Noto Sans CJK JP"/>
                <a:ea typeface="Noto Sans CJK JP"/>
              </a:rPr>
              <a:t>真理値表→論理式 / インターロック</a:t>
            </a:r>
            <a:endParaRPr lang="ja-JP"/>
          </a:p>
        </p:txBody>
      </p:sp>
      <p:sp>
        <p:nvSpPr>
          <p:cNvPr id="4" name="num"/>
          <p:cNvSpPr txBox="1"/>
          <p:nvPr/>
        </p:nvSpPr>
        <p:spPr>
          <a:xfrm>
            <a:off x="11700000" y="9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30000" tIns="20000" rIns="30000" bIns="20000"/>
          <a:lstStyle/>
          <a:p>
            <a:pPr algn="r"/>
            <a:r>
              <a:rPr lang="ja-JP" sz="1100">
                <a:solidFill>
                  <a:srgbClr val="FFFFFF"/>
                </a:solidFill>
                <a:latin typeface="Noto Sans CJK JP"/>
                <a:ea typeface="Noto Sans CJK JP"/>
              </a:rPr>
              <a:t>4</a:t>
            </a:r>
            <a:endParaRPr lang="ja-JP"/>
          </a:p>
        </p:txBody>
      </p:sp>
      <p:sp>
        <p:nvSpPr>
          <p:cNvPr id="4" name="truthalg"/>
          <p:cNvSpPr/>
          <p:nvPr/>
        </p:nvSpPr>
        <p:spPr>
          <a:xfrm>
            <a:off x="500000" y="900000"/>
            <a:ext cx="5000000" cy="3000000"/>
          </a:xfrm>
          <a:prstGeom prst="roundRect">
            <a:avLst/>
          </a:prstGeom>
          <a:solidFill>
            <a:srgbClr val="F5F8FB"/>
          </a:solidFill>
          <a:ln w="16000">
            <a:solidFill>
              <a:srgbClr val="3773B9"/>
            </a:solidFill>
          </a:ln>
        </p:spPr>
        <p:txBody>
          <a:bodyPr lIns="90000" tIns="45000" rIns="90000" bIns="45000" anchor="ctr"/>
          <a:lstStyle/>
          <a:p>
            <a:pPr algn="ctr"/>
            <a:r>
              <a:rPr lang="ja-JP" sz="1500">
                <a:solidFill>
                  <a:srgbClr val="191E23"/>
                </a:solidFill>
                <a:latin typeface="Noto Sans CJK JP"/>
                <a:ea typeface="Noto Sans CJK JP"/>
              </a:rPr>
              <a:t>A. 真理値表→論理式</a:t>
            </a:r>
            <a:endParaRPr lang="ja-JP"/>
          </a:p>
          <a:p>
            <a:pPr algn="ctr"/>
            <a:r>
              <a:rPr lang="ja-JP" sz="1500">
                <a:solidFill>
                  <a:srgbClr val="191E23"/>
                </a:solidFill>
                <a:latin typeface="Noto Sans CJK JP"/>
                <a:ea typeface="Noto Sans CJK JP"/>
              </a:rPr>
              <a:t>① 特徴的な行を選ぶ</a:t>
            </a:r>
            <a:endParaRPr lang="ja-JP"/>
          </a:p>
          <a:p>
            <a:pPr algn="ctr"/>
            <a:r>
              <a:rPr lang="ja-JP" sz="1500">
                <a:solidFill>
                  <a:srgbClr val="191E23"/>
                </a:solidFill>
                <a:latin typeface="Noto Sans CJK JP"/>
                <a:ea typeface="Noto Sans CJK JP"/>
              </a:rPr>
              <a:t>② 候補式へ0/1を代入</a:t>
            </a:r>
            <a:endParaRPr lang="ja-JP"/>
          </a:p>
          <a:p>
            <a:pPr algn="ctr"/>
            <a:r>
              <a:rPr lang="ja-JP" sz="1500">
                <a:solidFill>
                  <a:srgbClr val="191E23"/>
                </a:solidFill>
                <a:latin typeface="Noto Sans CJK JP"/>
                <a:ea typeface="Noto Sans CJK JP"/>
              </a:rPr>
              <a:t>③ 不一致候補を除外</a:t>
            </a:r>
            <a:endParaRPr lang="ja-JP"/>
          </a:p>
          <a:p>
            <a:pPr algn="ctr"/>
            <a:r>
              <a:rPr lang="ja-JP" sz="1500">
                <a:solidFill>
                  <a:srgbClr val="191E23"/>
                </a:solidFill>
                <a:latin typeface="Noto Sans CJK JP"/>
                <a:ea typeface="Noto Sans CJK JP"/>
              </a:rPr>
              <a:t>④ 別行で再確認</a:t>
            </a:r>
            <a:endParaRPr lang="ja-JP"/>
          </a:p>
          <a:p>
            <a:pPr algn="ctr"/>
            <a:r>
              <a:rPr lang="ja-JP" sz="1500">
                <a:solidFill>
                  <a:srgbClr val="191E23"/>
                </a:solidFill>
                <a:latin typeface="Noto Sans CJK JP"/>
                <a:ea typeface="Noto Sans CJK JP"/>
              </a:rPr>
              <a:t>⑤ 必要な行で一致→確定</a:t>
            </a:r>
            <a:endParaRPr lang="ja-JP"/>
          </a:p>
          <a:p>
            <a:pPr algn="ctr"/>
            <a:r>
              <a:rPr lang="ja-JP" sz="1500">
                <a:solidFill>
                  <a:srgbClr val="191E23"/>
                </a:solidFill>
                <a:latin typeface="Noto Sans CJK JP"/>
                <a:ea typeface="Noto Sans CJK JP"/>
              </a:rPr>
              <a:t/>
            </a:r>
            <a:endParaRPr lang="ja-JP"/>
          </a:p>
          <a:p>
            <a:pPr algn="ctr"/>
            <a:r>
              <a:rPr lang="ja-JP" sz="1500">
                <a:solidFill>
                  <a:srgbClr val="191E23"/>
                </a:solidFill>
                <a:latin typeface="Noto Sans CJK JP"/>
                <a:ea typeface="Noto Sans CJK JP"/>
              </a:rPr>
              <a:t>3入力: 2³=8行 / 4入力: 2⁴=16行</a:t>
            </a:r>
            <a:endParaRPr lang="ja-JP"/>
          </a:p>
        </p:txBody>
      </p:sp>
      <p:sp>
        <p:nvSpPr>
          <p:cNvPr id="5" name="interlock"/>
          <p:cNvSpPr/>
          <p:nvPr/>
        </p:nvSpPr>
        <p:spPr>
          <a:xfrm>
            <a:off x="5800000" y="900000"/>
            <a:ext cx="3600000" cy="3000000"/>
          </a:xfrm>
          <a:prstGeom prst="roundRect">
            <a:avLst/>
          </a:prstGeom>
          <a:solidFill>
            <a:srgbClr val="F5F8FB"/>
          </a:solidFill>
          <a:ln w="16000">
            <a:solidFill>
              <a:srgbClr val="488C5C"/>
            </a:solidFill>
          </a:ln>
        </p:spPr>
        <p:txBody>
          <a:bodyPr lIns="90000" tIns="45000" rIns="90000" bIns="45000" anchor="ctr"/>
          <a:lstStyle/>
          <a:p>
            <a:pPr algn="ctr"/>
            <a:r>
              <a:rPr lang="ja-JP" sz="1500">
                <a:solidFill>
                  <a:srgbClr val="191E23"/>
                </a:solidFill>
                <a:latin typeface="Noto Sans CJK JP"/>
                <a:ea typeface="Noto Sans CJK JP"/>
              </a:rPr>
              <a:t>B. インターロック一般原則</a:t>
            </a:r>
            <a:endParaRPr lang="ja-JP"/>
          </a:p>
          <a:p>
            <a:pPr algn="ctr"/>
            <a:r>
              <a:rPr lang="ja-JP" sz="1500">
                <a:solidFill>
                  <a:srgbClr val="191E23"/>
                </a:solidFill>
                <a:latin typeface="Noto Sans CJK JP"/>
                <a:ea typeface="Noto Sans CJK JP"/>
              </a:rPr>
              <a:t/>
            </a:r>
            <a:endParaRPr lang="ja-JP"/>
          </a:p>
          <a:p>
            <a:pPr algn="ctr"/>
            <a:r>
              <a:rPr lang="ja-JP" sz="1500">
                <a:solidFill>
                  <a:srgbClr val="191E23"/>
                </a:solidFill>
                <a:latin typeface="Noto Sans CJK JP"/>
                <a:ea typeface="Noto Sans CJK JP"/>
              </a:rPr>
              <a:t>Yp = P・¬Q</a:t>
            </a:r>
            <a:endParaRPr lang="ja-JP"/>
          </a:p>
          <a:p>
            <a:pPr algn="ctr"/>
            <a:r>
              <a:rPr lang="ja-JP" sz="1500">
                <a:solidFill>
                  <a:srgbClr val="191E23"/>
                </a:solidFill>
                <a:latin typeface="Noto Sans CJK JP"/>
                <a:ea typeface="Noto Sans CJK JP"/>
              </a:rPr>
              <a:t>Yq = Q・¬P</a:t>
            </a:r>
            <a:endParaRPr lang="ja-JP"/>
          </a:p>
          <a:p>
            <a:pPr algn="ctr"/>
            <a:r>
              <a:rPr lang="ja-JP" sz="1500">
                <a:solidFill>
                  <a:srgbClr val="191E23"/>
                </a:solidFill>
                <a:latin typeface="Noto Sans CJK JP"/>
                <a:ea typeface="Noto Sans CJK JP"/>
              </a:rPr>
              <a:t/>
            </a:r>
            <a:endParaRPr lang="ja-JP"/>
          </a:p>
          <a:p>
            <a:pPr algn="ctr"/>
            <a:r>
              <a:rPr lang="ja-JP" sz="1500">
                <a:solidFill>
                  <a:srgbClr val="191E23"/>
                </a:solidFill>
                <a:latin typeface="Noto Sans CJK JP"/>
                <a:ea typeface="Noto Sans CJK JP"/>
              </a:rPr>
              <a:t>P=Q=1 → Yp=0, Yq=0</a:t>
            </a:r>
            <a:endParaRPr lang="ja-JP"/>
          </a:p>
          <a:p>
            <a:pPr algn="ctr"/>
            <a:r>
              <a:rPr lang="ja-JP" sz="1500">
                <a:solidFill>
                  <a:srgbClr val="191E23"/>
                </a:solidFill>
                <a:latin typeface="Noto Sans CJK JP"/>
                <a:ea typeface="Noto Sans CJK JP"/>
              </a:rPr>
              <a:t>両出力が同時に1にならない</a:t>
            </a:r>
            <a:endParaRPr lang="ja-JP"/>
          </a:p>
        </p:txBody>
      </p:sp>
      <p:sp>
        <p:nvSpPr>
          <p:cNvPr id="6" name="map"/>
          <p:cNvSpPr txBox="1"/>
          <p:nvPr/>
        </p:nvSpPr>
        <p:spPr>
          <a:xfrm>
            <a:off x="9700000" y="1000000"/>
            <a:ext cx="2100000" cy="2600000"/>
          </a:xfrm>
          <a:prstGeom prst="rect">
            <a:avLst/>
          </a:prstGeom>
          <a:noFill/>
          <a:ln>
            <a:noFill/>
          </a:ln>
        </p:spPr>
        <p:txBody>
          <a:bodyPr lIns="30000" tIns="20000" rIns="30000" bIns="20000"/>
          <a:lstStyle/>
          <a:p>
            <a:pPr algn="l"/>
            <a:r>
              <a:rPr lang="ja-JP" sz="1300" b="1">
                <a:solidFill>
                  <a:srgbClr val="193755"/>
                </a:solidFill>
                <a:latin typeface="Noto Sans CJK JP"/>
                <a:ea typeface="Noto Sans CJK JP"/>
              </a:rPr>
              <a:t>固定過去問</a:t>
            </a:r>
            <a:endParaRPr lang="ja-JP"/>
          </a:p>
          <a:p>
            <a:pPr algn="l"/>
            <a:r>
              <a:rPr lang="ja-JP" sz="1300" b="1">
                <a:solidFill>
                  <a:srgbClr val="193755"/>
                </a:solidFill>
                <a:latin typeface="Noto Sans CJK JP"/>
                <a:ea typeface="Noto Sans CJK JP"/>
              </a:rPr>
              <a:t>R5下 機14</a:t>
            </a:r>
            <a:endParaRPr lang="ja-JP"/>
          </a:p>
          <a:p>
            <a:pPr algn="l"/>
            <a:r>
              <a:rPr lang="ja-JP" sz="1300" b="1">
                <a:solidFill>
                  <a:srgbClr val="193755"/>
                </a:solidFill>
                <a:latin typeface="Noto Sans CJK JP"/>
                <a:ea typeface="Noto Sans CJK JP"/>
              </a:rPr>
              <a:t>R2 機14</a:t>
            </a:r>
            <a:endParaRPr lang="ja-JP"/>
          </a:p>
          <a:p>
            <a:pPr algn="l"/>
            <a:r>
              <a:rPr lang="ja-JP" sz="1300" b="1">
                <a:solidFill>
                  <a:srgbClr val="193755"/>
                </a:solidFill>
                <a:latin typeface="Noto Sans CJK JP"/>
                <a:ea typeface="Noto Sans CJK JP"/>
              </a:rPr>
              <a:t>H27 機14</a:t>
            </a:r>
            <a:endParaRPr lang="ja-JP"/>
          </a:p>
          <a:p>
            <a:pPr algn="l"/>
            <a:r>
              <a:rPr lang="ja-JP" sz="1300" b="1">
                <a:solidFill>
                  <a:srgbClr val="193755"/>
                </a:solidFill>
                <a:latin typeface="Noto Sans CJK JP"/>
                <a:ea typeface="Noto Sans CJK JP"/>
              </a:rPr>
              <a:t>→ 真理値表→式</a:t>
            </a:r>
            <a:endParaRPr lang="ja-JP"/>
          </a:p>
          <a:p>
            <a:pPr algn="l"/>
            <a:r>
              <a:rPr lang="ja-JP" sz="1300" b="1">
                <a:solidFill>
                  <a:srgbClr val="193755"/>
                </a:solidFill>
                <a:latin typeface="Noto Sans CJK JP"/>
                <a:ea typeface="Noto Sans CJK JP"/>
              </a:rPr>
              <a:t/>
            </a:r>
            <a:endParaRPr lang="ja-JP"/>
          </a:p>
          <a:p>
            <a:pPr algn="l"/>
            <a:r>
              <a:rPr lang="ja-JP" sz="1300" b="1">
                <a:solidFill>
                  <a:srgbClr val="193755"/>
                </a:solidFill>
                <a:latin typeface="Noto Sans CJK JP"/>
                <a:ea typeface="Noto Sans CJK JP"/>
              </a:rPr>
              <a:t>R7上 機14</a:t>
            </a:r>
            <a:endParaRPr lang="ja-JP"/>
          </a:p>
          <a:p>
            <a:pPr algn="l"/>
            <a:r>
              <a:rPr lang="ja-JP" sz="1300" b="1">
                <a:solidFill>
                  <a:srgbClr val="193755"/>
                </a:solidFill>
                <a:latin typeface="Noto Sans CJK JP"/>
                <a:ea typeface="Noto Sans CJK JP"/>
              </a:rPr>
              <a:t>R6下 機18</a:t>
            </a:r>
            <a:endParaRPr lang="ja-JP"/>
          </a:p>
          <a:p>
            <a:pPr algn="l"/>
            <a:r>
              <a:rPr lang="ja-JP" sz="1300" b="1">
                <a:solidFill>
                  <a:srgbClr val="193755"/>
                </a:solidFill>
                <a:latin typeface="Noto Sans CJK JP"/>
                <a:ea typeface="Noto Sans CJK JP"/>
              </a:rPr>
              <a:t>→ 多段回路・条件判定</a:t>
            </a:r>
            <a:endParaRPr lang="ja-JP"/>
          </a:p>
        </p:txBody>
      </p:sp>
      <p:sp>
        <p:nvSpPr>
          <p:cNvPr id="7" name="src"/>
          <p:cNvSpPr txBox="1"/>
          <p:nvPr/>
        </p:nvSpPr>
        <p:spPr>
          <a:xfrm>
            <a:off x="600000" y="4450000"/>
            <a:ext cx="11000000" cy="1200000"/>
          </a:xfrm>
          <a:prstGeom prst="rect">
            <a:avLst/>
          </a:prstGeom>
          <a:noFill/>
          <a:ln>
            <a:noFill/>
          </a:ln>
        </p:spPr>
        <p:txBody>
          <a:bodyPr lIns="30000" tIns="20000" rIns="30000" bIns="20000"/>
          <a:lstStyle/>
          <a:p>
            <a:pPr algn="l"/>
            <a:r>
              <a:rPr lang="ja-JP" sz="1050">
                <a:solidFill>
                  <a:srgbClr val="555F69"/>
                </a:solidFill>
                <a:latin typeface="Noto Sans CJK JP"/>
                <a:ea typeface="Noto Sans CJK JP"/>
              </a:rPr>
              <a:t>出典・参照（2026-09-16）</a:t>
            </a:r>
            <a:endParaRPr lang="ja-JP"/>
          </a:p>
          <a:p>
            <a:pPr algn="l"/>
            <a:r>
              <a:rPr lang="ja-JP" sz="1050">
                <a:solidFill>
                  <a:srgbClr val="555F69"/>
                </a:solidFill>
                <a:latin typeface="Noto Sans CJK JP"/>
                <a:ea typeface="Noto Sans CJK JP"/>
              </a:rPr>
              <a:t>電気技術者試験センター：第三種過去問題・解答 / e-sysnet：論理回路・AND・シーケンス・禁止回路</a:t>
            </a:r>
            <a:endParaRPr lang="ja-JP"/>
          </a:p>
          <a:p>
            <a:pPr algn="l"/>
            <a:r>
              <a:rPr lang="ja-JP" sz="1050">
                <a:solidFill>
                  <a:srgbClr val="555F69"/>
                </a:solidFill>
                <a:latin typeface="Noto Sans CJK JP"/>
                <a:ea typeface="Noto Sans CJK JP"/>
              </a:rPr>
              <a:t>電験王：R7上14, R6下18, R5下14, H27-14 / 電験三種まとめました：R2 機械14</a:t>
            </a:r>
            <a:endParaRPr lang="ja-JP"/>
          </a:p>
          <a:p>
            <a:pPr algn="l"/>
            <a:r>
              <a:rPr lang="ja-JP" sz="1050">
                <a:solidFill>
                  <a:srgbClr val="555F69"/>
                </a:solidFill>
                <a:latin typeface="Noto Sans CJK JP"/>
                <a:ea typeface="Noto Sans CJK JP"/>
              </a:rPr>
              <a:t>JR東海：安全・安定輸送の確保 / JR東海情報システム：COMTRAC</a:t>
            </a:r>
            <a:endParaRPr lang="ja-JP"/>
          </a:p>
        </p:txBody>
      </p:sp>
      <p:sp>
        <p:nvSpPr>
          <p:cNvPr id="8" name="note"/>
          <p:cNvSpPr txBox="1"/>
          <p:nvPr/>
        </p:nvSpPr>
        <p:spPr>
          <a:xfrm>
            <a:off x="800000" y="5900000"/>
            <a:ext cx="10600000" cy="350000"/>
          </a:xfrm>
          <a:prstGeom prst="rect">
            <a:avLst/>
          </a:prstGeom>
          <a:noFill/>
          <a:ln>
            <a:noFill/>
          </a:ln>
        </p:spPr>
        <p:txBody>
          <a:bodyPr lIns="30000" tIns="20000" rIns="30000" bIns="20000"/>
          <a:lstStyle/>
          <a:p>
            <a:pPr algn="ctr"/>
            <a:r>
              <a:rPr lang="ja-JP" sz="1100">
                <a:solidFill>
                  <a:srgbClr val="B0443E"/>
                </a:solidFill>
                <a:latin typeface="Noto Sans CJK JP"/>
                <a:ea typeface="Noto Sans CJK JP"/>
              </a:rPr>
              <a:t>※ 具体的論理式・判定順序・実インターロック条件は公開根拠がないため断定しない。</a:t>
            </a:r>
            <a:endParaRPr lang="ja-JP"/>
          </a:p>
        </p:txBody>
      </p:sp>
    </p:spTree>
  </p:cSld>
  <p:clrMapOvr>
    <a:masterClrMapping/>
  </p:clrMapOvr>
</p:sld>
</file>