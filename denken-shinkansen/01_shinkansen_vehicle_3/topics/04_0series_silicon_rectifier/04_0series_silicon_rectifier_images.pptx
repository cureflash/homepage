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 b="1"/>
              <a:t>0系 シリコン整流器：試験で追う因果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143000"/>
            <a:ext cx="10820400" cy="5143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交流25 kV → 主変圧器 → 可変交流 → シリコン整流器 → 可変直流 → 直流主電動機</a:t>
            </a:r>
            <a:endParaRPr lang="ja-JP" sz="1700"/>
          </a:p>
          <a:p>
            <a:r>
              <a:rPr lang="ja-JP" sz="1700" b="0"/>
              <a:t>導通判定：①瞬時極性 ②A-K電位 ③閉回路 ④負荷電流方向</a:t>
            </a:r>
            <a:endParaRPr lang="ja-JP" sz="1700"/>
          </a:p>
          <a:p>
            <a:r>
              <a:rPr lang="ja-JP" sz="1700" b="0"/>
              <a:t>半波R負荷：Vd=Vm/π　全波R負荷：Vd=2Vm/π</a:t>
            </a:r>
            <a:endParaRPr lang="ja-JP" sz="1700"/>
          </a:p>
          <a:p>
            <a:r>
              <a:rPr lang="ja-JP" sz="1700" b="0"/>
              <a:t>Vm=√2Vrms。平均値と実効値を混同しない。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 b="1"/>
              <a:t>R負荷・R-L負荷・C平滑の違い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143000"/>
            <a:ext cx="10820400" cy="5143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R負荷：v=Ri。電圧と電流は同時に零交差。</a:t>
            </a:r>
            <a:endParaRPr lang="ja-JP" sz="1700"/>
          </a:p>
          <a:p>
            <a:r>
              <a:rPr lang="ja-JP" sz="1700" b="0"/>
              <a:t>R-L負荷：v=Ri+L di/dt。W=1/2 Li²のため電流は急変できない。</a:t>
            </a:r>
            <a:endParaRPr lang="ja-JP" sz="1700"/>
          </a:p>
          <a:p>
            <a:r>
              <a:rPr lang="ja-JP" sz="1700" b="0"/>
              <a:t>環流ダイオード：インダクタ電流の閉回路を確保し、電流継続を助ける。</a:t>
            </a:r>
            <a:endParaRPr lang="ja-JP" sz="1700"/>
          </a:p>
          <a:p>
            <a:r>
              <a:rPr lang="ja-JP" sz="1700" b="0"/>
              <a:t>C平滑：直流側リプルを小さくする一方、交流側入力電流は波高値付近のパルス状になりやすい。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 b="1"/>
              <a:t>過去問対応・出典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143000"/>
            <a:ext cx="10820400" cy="5143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公式過去問：R3機械問16 / H26機械問10 / H25機械問9 / H24機械問10 / R1機械問10</a:t>
            </a:r>
            <a:endParaRPr lang="ja-JP" sz="1700"/>
          </a:p>
          <a:p>
            <a:r>
              <a:rPr lang="ja-JP" sz="1700" b="0"/>
              <a:t>教材だけで独立再解答：5/5 PASS</a:t>
            </a:r>
            <a:endParaRPr lang="ja-JP" sz="1700"/>
          </a:p>
          <a:p>
            <a:r>
              <a:rPr lang="ja-JP" sz="1700" b="0"/>
              <a:t>参考：e-sysnet「整流回路の原理」、電験三種まとめました（参照日 2026-08-29）</a:t>
            </a:r>
            <a:endParaRPr lang="ja-JP" sz="1700"/>
          </a:p>
          <a:p>
            <a:r>
              <a:rPr lang="ja-JP" sz="1700" b="0"/>
              <a:t>実車一次資料：日本車輌製造 0系主要諸元・変遷。外部図の転載なし。</a:t>
            </a:r>
            <a:endParaRPr lang="ja-JP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