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</a:rPr>
              <a:t>01 プラレール① 電気編 — 電験三種・直流回路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000000"/>
                </a:solidFill>
              </a:rPr>
              <a:t>乾電池 1.5 V → スイッチ → 直流モーター</a:t>
            </a:r>
          </a:p>
          <a:p/>
          <a:p>
            <a:r>
              <a:rPr sz="1800">
                <a:solidFill>
                  <a:srgbClr val="000000"/>
                </a:solidFill>
              </a:rPr>
              <a:t>本試験で使う核</a:t>
            </a:r>
          </a:p>
          <a:p>
            <a:r>
              <a:rPr sz="1800">
                <a:solidFill>
                  <a:srgbClr val="000000"/>
                </a:solidFill>
              </a:rPr>
              <a:t>V = RI　　KCL: ΣI=0　　KVL: ΣV=0</a:t>
            </a:r>
          </a:p>
          <a:p>
            <a:r>
              <a:rPr sz="1800">
                <a:solidFill>
                  <a:srgbClr val="000000"/>
                </a:solidFill>
              </a:rPr>
              <a:t>P = VI = I²R = V²/R</a:t>
            </a:r>
          </a:p>
          <a:p>
            <a:r>
              <a:rPr sz="1800">
                <a:solidFill>
                  <a:srgbClr val="000000"/>
                </a:solidFill>
              </a:rPr>
              <a:t>直列: R=R1+R2　　並列: 1/R=1/R1+1/R2</a:t>
            </a:r>
          </a:p>
          <a:p/>
          <a:p>
            <a:r>
              <a:rPr sz="1800">
                <a:solidFill>
                  <a:srgbClr val="000000"/>
                </a:solidFill>
              </a:rPr>
              <a:t>許容電力: Imax=√(Pmax/R), Vmax=√(Pmax R)</a:t>
            </a:r>
          </a:p>
          <a:p>
            <a:r>
              <a:rPr sz="1800">
                <a:solidFill>
                  <a:srgbClr val="000000"/>
                </a:solidFill>
              </a:rPr>
              <a:t>直流電動機: V = E + IaRa（回転中は逆起電力 E を考える）</a:t>
            </a:r>
          </a:p>
          <a:p/>
          <a:p>
            <a:r>
              <a:rPr sz="1800">
                <a:solidFill>
                  <a:srgbClr val="000000"/>
                </a:solidFill>
              </a:rPr>
              <a:t>解法: 回路を直列/並列に分解 → 単位統一 → 合成抵抗 → 電流/電圧 → 電力 → 選択肢照合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出典: 電気技術者試験センター第三種過去問題; e-sysnet 直流回路/消費電力; タカラトミー; Panasonic（参照日 2026-08-29）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</a:rPr>
              <a:t>引用元一覧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</a:rPr>
              <a:t>1. 一般財団法人 電気技術者試験センター「第三種電気主任技術者試験 過去問題・解答」</a:t>
            </a:r>
          </a:p>
          <a:p>
            <a:r>
              <a:rPr sz="1400">
                <a:solidFill>
                  <a:srgbClr val="000000"/>
                </a:solidFill>
              </a:rPr>
              <a:t>   https://www.shiken.or.jp/chief/third/qa/ — H27理論Q4, H30理論Q5/Q6, R2理論Q6, R4上理論Q5（参照日 2026-08-29）</a:t>
            </a:r>
          </a:p>
          <a:p/>
          <a:p>
            <a:r>
              <a:rPr sz="1400">
                <a:solidFill>
                  <a:srgbClr val="000000"/>
                </a:solidFill>
              </a:rPr>
              <a:t>2. e-sysnet「直流回路の基本問題」「直流回路の消費電力」</a:t>
            </a:r>
          </a:p>
          <a:p>
            <a:r>
              <a:rPr sz="1400">
                <a:solidFill>
                  <a:srgbClr val="000000"/>
                </a:solidFill>
              </a:rPr>
              <a:t>   https://e-sysnet.com/ohms/ ; https://e-sysnet.com/consumption/（参照日 2026-08-29）</a:t>
            </a:r>
          </a:p>
          <a:p/>
          <a:p>
            <a:r>
              <a:rPr sz="1400">
                <a:solidFill>
                  <a:srgbClr val="000000"/>
                </a:solidFill>
              </a:rPr>
              <a:t>3. 電験三種まとめました「オームの法則」「過去問 科目別」</a:t>
            </a:r>
          </a:p>
          <a:p>
            <a:r>
              <a:rPr sz="1400">
                <a:solidFill>
                  <a:srgbClr val="000000"/>
                </a:solidFill>
              </a:rPr>
              <a:t>   https://yaku-tik.com/denken/r-ohms-law/ ; https://yaku-tik.com/denken/kako-kamoku/（参照日 2026-08-29）</a:t>
            </a:r>
          </a:p>
          <a:p/>
          <a:p>
            <a:r>
              <a:rPr sz="1400">
                <a:solidFill>
                  <a:srgbClr val="000000"/>
                </a:solidFill>
              </a:rPr>
              <a:t>4. タカラトミー「プラレール S-05 ライト付E7系新幹線かがやき」製品情報（単3形乾電池1本）</a:t>
            </a:r>
          </a:p>
          <a:p>
            <a:r>
              <a:rPr sz="1400">
                <a:solidFill>
                  <a:srgbClr val="000000"/>
                </a:solidFill>
              </a:rPr>
              <a:t>5. Panasonic「アルカリ乾電池」単3形 公称電圧1.5 V（参照日 2026-08-29）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引用画像なし。図・回路表現は自作模式図。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