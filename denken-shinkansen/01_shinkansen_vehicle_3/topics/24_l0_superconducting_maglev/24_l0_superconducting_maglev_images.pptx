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L0系③｜磁界と過去問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530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20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H[A/m]とB[T]：B=μH。形状→式→向き→重ね合わせ→H/B確認。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20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点磁極 H=m/(4πμ₀r²)｜直線 H=I/(2πr)｜円形 H=I/(2r)｜円弧 H=Iθ/(4πr), θはrad。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20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R8上理論問4：点磁極・重ね合わせ。R7下理論問4：円弧磁界・合成。R7上理論問4：直線導体・円形コイル。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20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例題：I=10 A,r=0.20 m → H≈7.96 A/m（Hなのでμ₀不要）。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20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注意：向きを無視して足さない。θを度のまま入れない。</a:t>
            </a:r>
            <a:endParaRPr lang="en-US" sz="13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電磁誘導・電磁力 → L0系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530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20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ファラデー e=-N dΦ/dt、レンツ：磁束変化を妨げる向き。運動起電力 e=Blv、回転ならv=πDn/60、有効導体数確認。電磁力 F=BIl sinθ。平行導体は同方向→引力、逆方向→反発。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20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R8上機械問2：運動起電力。R6下理論問3：ファラデー。R6下理論問4：平行導体・力方向。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20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L0：車上超電導磁石→磁束変化→浮上・案内コイルの誘導電流→磁界→浮上・案内力。JR東海確認済み：NbTi、液体He約-269℃、浮上高10 cm、左右ずれ時の復元力、浮上コイルへの外部給電不要。未確認のコイル寸法・B・I・結線値は置かない。</a:t>
            </a:r>
            <a:endParaRPr lang="en-US" sz="13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例題・6問対応・境界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530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20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標準：N=20, Φ 0.018→0.006 Wb, Δt=0.030 s → |e|=8.0 V。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20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複合：D=0.40 m,n=1200 min⁻¹,B=0.25 T,l=0.30 m → v=πDn/60 → e=Blv → 2有効導体加算 → 約3.77 V。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20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選定6問：R8上理論4＝点磁極／R8上機械2＝運動起電力／R7下理論4＝円弧磁界／R7上理論4＝直線・円形／R6下理論3＝ファラデー／R6下理論4＝平行導体力。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20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固定範囲外：自己インダクタンス・磁気エネルギー・荷電粒子軌道は追加しない。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20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次：保存済み正答を見ず、完成教材だけで6問を独立再解答。</a:t>
            </a:r>
            <a:endParaRPr lang="en-US" sz="13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2026-09-13T03:07:05Z</dcterms:created>
  <dcterms:modified xsi:type="dcterms:W3CDTF">2026-09-13T03:07:05Z</dcterms:modified>
</cp:coreProperties>
</file>