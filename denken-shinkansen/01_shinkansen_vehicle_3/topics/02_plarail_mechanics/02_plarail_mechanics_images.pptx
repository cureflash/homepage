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9144000" cy="6858000" type="screen4x3"/>
  <p:sldIdLst>
    <p:sldId id="256" r:id="rId1"/>
    <p:sldId id="257" r:id="rId2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300000"/>
            <a:ext cx="84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3200"/>
              <a:t>02 プラレール② 機械編：回転から電験へ</a:t>
            </a:r>
            <a:br/>
          </a:p>
        </p:txBody>
      </p:sp>
      <p:sp>
        <p:nvSpPr>
          <p:cNvPr id="3" name="Body"/>
          <p:cNvSpPr txBox="1"/>
          <p:nvPr/>
        </p:nvSpPr>
        <p:spPr>
          <a:xfrm>
            <a:off x="500000" y="1100000"/>
            <a:ext cx="8200000" cy="5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1600"/>
              <a:t>電験で問うこと：N→ω、P=ωT、T=Fr、P=Fv、η、直流電動機 V=E+IaRa</a:t>
            </a:r>
            <a:br/>
            <a:r>
              <a:rPr lang="ja-JP" sz="1600"/>
              <a:t/>
            </a:r>
            <a:br/>
            <a:r>
              <a:rPr lang="ja-JP" sz="1600"/>
              <a:t>解法フロー：回転速度の単位確認 → 角速度 → 出力/トルク → 損失条件 → 選択肢照合</a:t>
            </a:r>
            <a:br/>
            <a:r>
              <a:rPr lang="ja-JP" sz="1600"/>
              <a:t/>
            </a:r>
            <a:br/>
            <a:r>
              <a:rPr lang="ja-JP" sz="1600"/>
              <a:t>プラレール学習モデル：Nm=12000 min^-1、a=30、D=0.024 m、Tm=0.00050 N m、ηg=0.70</a:t>
            </a:r>
            <a:br/>
            <a:r>
              <a:rPr lang="ja-JP" sz="1600"/>
              <a:t>計算値：NL=400 min^-1、v=0.503 m/s、TL=0.0105 N m、F=0.875 N、P=0.440 W</a:t>
            </a:r>
            <a:br/>
            <a:r>
              <a:rPr lang="ja-JP" sz="1600"/>
              <a:t>外部引用画像なし。図表は自作模式化。</a:t>
            </a:r>
            <a:b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300000"/>
            <a:ext cx="84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3200"/>
              <a:t>引用元一覧</a:t>
            </a:r>
            <a:br/>
          </a:p>
        </p:txBody>
      </p:sp>
      <p:sp>
        <p:nvSpPr>
          <p:cNvPr id="3" name="Body"/>
          <p:cNvSpPr txBox="1"/>
          <p:nvPr/>
        </p:nvSpPr>
        <p:spPr>
          <a:xfrm>
            <a:off x="500000" y="1100000"/>
            <a:ext cx="8200000" cy="5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1600"/>
              <a:t>電気技術者試験センター：第三種電気主任技術者試験 過去問題・解答、R7下 機械問1・問2、R3 機械問2、H28 機械問1、R5下 機械問11、参照日2026-08-29</a:t>
            </a:r>
            <a:br/>
            <a:r>
              <a:rPr lang="ja-JP" sz="1600"/>
              <a:t/>
            </a:r>
            <a:br/>
            <a:r>
              <a:rPr lang="ja-JP" sz="1600"/>
              <a:t>e-sysnet：直流電動機の種類と特性、電動機の慣性モーメントとはずみ車効果、電動機の制動と所要出力</a:t>
            </a:r>
            <a:br/>
            <a:r>
              <a:rPr lang="ja-JP" sz="1600"/>
              <a:t>電験三種まとめました：R3 機械問2、R5下 機械問11、機械まとめ</a:t>
            </a:r>
            <a:br/>
            <a:r>
              <a:rPr lang="ja-JP" sz="1600"/>
              <a:t>タカラトミー：編成車両ラインナップ S-02 ライト付500系新幹線</a:t>
            </a:r>
            <a:br/>
            <a:r>
              <a:rPr lang="ja-JP" sz="1600"/>
              <a:t>ニデック：トルク・回転力、T/N特性とN/T特性</a:t>
            </a:r>
            <a:br/>
          </a:p>
        </p:txBody>
      </p:sp>
    </p:spTree>
  </p:cSld>
  <p:clrMapOvr>
    <a:masterClrMapping/>
  </p:clrMapOvr>
</p:sld>
</file>