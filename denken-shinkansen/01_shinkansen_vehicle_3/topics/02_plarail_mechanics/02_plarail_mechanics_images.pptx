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02 プラレール② 機械編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85800" y="1371600"/>
            <a:ext cx="108204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モーターの回転を、ギヤ・車軸・車輪へどう伝える？</a:t>
            </a:r>
            <a:endParaRPr lang="ja-JP" sz="1500"/>
          </a:p>
          <a:p>
            <a:r>
              <a:rPr lang="ja-JP" sz="1500" b="0"/>
              <a:t>回転速度・角速度・トルク・出力・減速比・効率をつなげる。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自作模式図：モーター → 小歯車 → 大歯車 → 車軸 → 車輪</a:t>
            </a:r>
            <a:endParaRPr lang="ja-JP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公式に確認できる範囲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85800" y="1371600"/>
            <a:ext cx="108204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タカラトミー公式 S-02「ライト付500系新幹線（ハイパワーライト）」</a:t>
            </a:r>
            <a:endParaRPr lang="ja-JP" sz="1500"/>
          </a:p>
          <a:p>
            <a:r>
              <a:rPr lang="ja-JP" sz="1500" b="0"/>
              <a:t>・3両編成　・2スピード　・スイッチOFFで手転がし可能</a:t>
            </a:r>
            <a:endParaRPr lang="ja-JP" sz="1500"/>
          </a:p>
          <a:p>
            <a:r>
              <a:rPr lang="ja-JP" sz="1500" b="0"/>
              <a:t>・単3形乾電池1本使用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モーター回転数・ギヤ比・車輪径・軸トルク・ギヤ効率は公式資料では確認できない。</a:t>
            </a:r>
            <a:endParaRPr lang="ja-JP" sz="1500"/>
          </a:p>
          <a:p>
            <a:r>
              <a:rPr lang="ja-JP" sz="1500" b="0"/>
              <a:t>出典：タカラトミー 商品ラインナップ（参照日 2026-08-29）</a:t>
            </a:r>
            <a:endParaRPr lang="ja-JP"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ギヤで回転数とトルクを変える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85800" y="1371600"/>
            <a:ext cx="108204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減速比 i = N_in / N_out</a:t>
            </a:r>
            <a:endParaRPr lang="ja-JP" sz="1500"/>
          </a:p>
          <a:p>
            <a:r>
              <a:rPr lang="ja-JP" sz="1500" b="0"/>
              <a:t>N_out = N_in / i</a:t>
            </a:r>
            <a:endParaRPr lang="ja-JP" sz="1500"/>
          </a:p>
          <a:p>
            <a:r>
              <a:rPr lang="ja-JP" sz="1500" b="0"/>
              <a:t>T_out = T_in × i × η_g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例：減速比30なら、入力回転数12,000 min⁻¹ → 出力400 min⁻¹。</a:t>
            </a:r>
            <a:endParaRPr lang="ja-JP" sz="1500"/>
          </a:p>
          <a:p>
            <a:r>
              <a:rPr lang="ja-JP" sz="1500" b="0"/>
              <a:t>※数値は学習用仮定値。</a:t>
            </a:r>
            <a:endParaRPr lang="ja-JP" sz="1500"/>
          </a:p>
          <a:p>
            <a:r>
              <a:rPr lang="ja-JP" sz="1500" b="0"/>
              <a:t>出典：オリエンタルモーター「仕様について - サーボモーター」（参照日 2026-08-29）</a:t>
            </a:r>
            <a:endParaRPr lang="ja-JP" sz="15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回転を電験の式で読む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85800" y="1371600"/>
            <a:ext cx="108204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角速度　ω = 2πN / 60</a:t>
            </a:r>
            <a:endParaRPr lang="ja-JP" sz="1500"/>
          </a:p>
          <a:p>
            <a:r>
              <a:rPr lang="ja-JP" sz="1500" b="0"/>
              <a:t>機械出力　P = ωT</a:t>
            </a:r>
            <a:endParaRPr lang="ja-JP" sz="1500"/>
          </a:p>
          <a:p>
            <a:r>
              <a:rPr lang="ja-JP" sz="1500" b="0"/>
              <a:t>車輪周速度　v = πDN / 60</a:t>
            </a:r>
            <a:endParaRPr lang="ja-JP" sz="1500"/>
          </a:p>
          <a:p>
            <a:r>
              <a:rPr lang="ja-JP" sz="1500" b="0"/>
              <a:t>車輪周の力　F = T / r</a:t>
            </a:r>
            <a:endParaRPr lang="ja-JP" sz="1500"/>
          </a:p>
          <a:p>
            <a:r>
              <a:rPr lang="ja-JP" sz="1500" b="0"/>
              <a:t>効率　η = P_out / P_in × 100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出典：ニデック「効率」（参照日 2026-08-29）</a:t>
            </a:r>
            <a:endParaRPr lang="ja-JP"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学習用モデルで計算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85800" y="1371600"/>
            <a:ext cx="108204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仮定：N_in=12,000 min⁻¹、i=30、D=24 mm、T_in=0.50 mN·m、η_g=70%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計算値</a:t>
            </a:r>
            <a:endParaRPr lang="ja-JP" sz="1500"/>
          </a:p>
          <a:p>
            <a:r>
              <a:rPr lang="ja-JP" sz="1500" b="0"/>
              <a:t>・車輪軸回転数 400 min⁻¹</a:t>
            </a:r>
            <a:endParaRPr lang="ja-JP" sz="1500"/>
          </a:p>
          <a:p>
            <a:r>
              <a:rPr lang="ja-JP" sz="1500" b="0"/>
              <a:t>・周速度 0.503 m/s = 1.81 km/h</a:t>
            </a:r>
            <a:endParaRPr lang="ja-JP" sz="1500"/>
          </a:p>
          <a:p>
            <a:r>
              <a:rPr lang="ja-JP" sz="1500" b="0"/>
              <a:t>・出力トルク 0.0105 N·m</a:t>
            </a:r>
            <a:endParaRPr lang="ja-JP" sz="1500"/>
          </a:p>
          <a:p>
            <a:r>
              <a:rPr lang="ja-JP" sz="1500" b="0"/>
              <a:t>・車輪周の力 0.875 N</a:t>
            </a:r>
            <a:endParaRPr lang="ja-JP" sz="1500"/>
          </a:p>
          <a:p>
            <a:r>
              <a:rPr lang="ja-JP" sz="1500" b="0"/>
              <a:t>・機械出力 0.440 W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これらは実製品の公称値ではない。</a:t>
            </a:r>
            <a:endParaRPr lang="ja-JP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77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引用元一覧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85800" y="1371600"/>
            <a:ext cx="108204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1. タカラトミー「商品ラインナップ｜編成車両」</a:t>
            </a:r>
            <a:endParaRPr lang="ja-JP" sz="1500"/>
          </a:p>
          <a:p>
            <a:r>
              <a:rPr lang="ja-JP" sz="1500" b="0"/>
              <a:t>https://www.takaratomy.co.jp/products/plarail/lineup/sharyou/</a:t>
            </a:r>
            <a:endParaRPr lang="ja-JP" sz="1500"/>
          </a:p>
          <a:p>
            <a:r>
              <a:rPr lang="ja-JP" sz="1500" b="0"/>
              <a:t>S-02 ライト付500系新幹線（ハイパワーライト）、参照日 2026-08-29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2. ニデック株式会社「効率」</a:t>
            </a:r>
            <a:endParaRPr lang="ja-JP" sz="1500"/>
          </a:p>
          <a:p>
            <a:r>
              <a:rPr lang="ja-JP" sz="1500" b="0"/>
              <a:t>https://www.nidec.com/jp/technology/motor/glossary/item/efficiency/　参照日 2026-08-29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3. オリエンタルモーター「仕様について - サーボモーター」</a:t>
            </a:r>
            <a:endParaRPr lang="ja-JP" sz="1500"/>
          </a:p>
          <a:p>
            <a:r>
              <a:rPr lang="ja-JP" sz="1500" b="0"/>
              <a:t>https://www.orientalmotor.co.jp/ja/products/servo-motors/spec-guide　参照日 2026-08-29</a:t>
            </a:r>
            <a:endParaRPr lang="ja-JP" sz="1500"/>
          </a:p>
          <a:p>
            <a:r>
              <a:rPr lang="ja-JP" sz="1500" b="0"/>
              <a:t/>
            </a:r>
            <a:endParaRPr lang="ja-JP" sz="1500"/>
          </a:p>
          <a:p>
            <a:r>
              <a:rPr lang="ja-JP" sz="1500" b="0"/>
              <a:t>図は全て自作模式図。外部画像転載なし。</a:t>
            </a:r>
            <a:endParaRPr lang="ja-JP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Noto Sans CJK JP"/>
        <a:cs typeface="Arial"/>
      </a:majorFont>
      <a:minorFont>
        <a:latin typeface="Arial"/>
        <a:ea typeface="Noto Sans CJK JP"/>
        <a:cs typeface="Arial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>
  <dc:title>02 プラレール② 機械編</dc:title>
  <dc:creator>OpenAI</dc:creator>
</cp:coreProperties>
</file>