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00000" y="360000"/>
            <a:ext cx="11192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800">
                <a:solidFill>
                  <a:srgbClr val="1F4E79"/>
                </a:solidFill>
              </a:rPr>
              <a:t>条件分岐・反復・シーケンス制御を一続きで読む</a:t>
            </a:r>
            <a:endParaRPr lang="ja-JP" sz="2800"/>
          </a:p>
        </p:txBody>
      </p:sp>
      <p:sp>
        <p:nvSpPr>
          <p:cNvPr id="4" name="Body"/>
          <p:cNvSpPr txBox="1"/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900">
                <a:solidFill>
                  <a:srgbClr val="333333"/>
                </a:solidFill>
              </a:rPr>
              <a:t>R7下 機械14 / R5上 機械14 / H26 機械13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フローチャート: 処理 → 変数更新 → 判定 → 分岐。代入は上書きし、更新順序と YES / NO を追う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例: A=7,B=1 → B←B+A → A←A+6 → A≦25なら反復。Aは 13→19→25→31 と更新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シーケンス制御: 定めた工程・手順・条件に従って動作。PLCは入力→記憶プログラム→論理・順序処理→出力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フィードバック制御は、制御量と目標値の偏差に応じて操作量を調整する点で区別</a:t>
            </a:r>
            <a:endParaRPr lang="ja-JP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00000" y="360000"/>
            <a:ext cx="11192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800">
                <a:solidFill>
                  <a:srgbClr val="1F4E79"/>
                </a:solidFill>
              </a:rPr>
              <a:t>情報処理は「伝送」と「A-D変換」を分ける</a:t>
            </a:r>
            <a:endParaRPr lang="ja-JP" sz="2800"/>
          </a:p>
        </p:txBody>
      </p:sp>
      <p:sp>
        <p:nvSpPr>
          <p:cNvPr id="4" name="Body"/>
          <p:cNvSpPr txBox="1"/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900">
                <a:solidFill>
                  <a:srgbClr val="333333"/>
                </a:solidFill>
              </a:rPr>
              <a:t>R4下 機械13 / R4下 理論14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伝送: 情報 → 変調 → 伝送路 → 受信・復調 → 情報。雑音・多重化・搬送波・変調波・圧縮を整理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A-D変換: 標本化 → 量子化 → 符号化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標本化条件 f_s ≧ 2 f_max ／ T_s = 1 / f_s ／ n bit → 2^n 段階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例: 8bit, 0〜5.12V → 256段階、Δ=20mV、最近接丸めの最大量子化誤差 ≈10mV</a:t>
            </a:r>
            <a:endParaRPr lang="ja-JP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00000" y="360000"/>
            <a:ext cx="11192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2800">
                <a:solidFill>
                  <a:srgbClr val="1F4E79"/>
                </a:solidFill>
              </a:rPr>
              <a:t>COMTRACへの接続は公開事実まで</a:t>
            </a:r>
            <a:endParaRPr lang="ja-JP" sz="2800"/>
          </a:p>
        </p:txBody>
      </p:sp>
      <p:sp>
        <p:nvSpPr>
          <p:cNvPr id="4" name="Body"/>
          <p:cNvSpPr txBox="1"/>
          <p:nvPr/>
        </p:nvSpPr>
        <p:spPr>
          <a:xfrm>
            <a:off x="700000" y="1500000"/>
            <a:ext cx="10792000" cy="4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1900">
                <a:solidFill>
                  <a:srgbClr val="333333"/>
                </a:solidFill>
              </a:rPr>
              <a:t>COMTRAC: 発着時刻・番線・列車順序などを運転条件として扱い、ダイヤ乱れ時は運転計画を変更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学習モデル: 現在状態を入力 → 条件判定 → 値・計画を更新 → 変更結果を伝達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冗長化: 故障時も代替可能な系統・設備で継続を図る考え方。JR東海は大阪に第2総合指令所を設置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機能分散: 複数計算機へ機能を分けて故障影響範囲を縮小。「同じ機能を代替する冗長化」と同義にしない</a:t>
            </a:r>
            <a:endParaRPr lang="ja-JP" sz="1900"/>
          </a:p>
          <a:p>
            <a:r>
              <a:rPr lang="ja-JP" sz="1900">
                <a:solidFill>
                  <a:srgbClr val="333333"/>
                </a:solidFill>
              </a:rPr>
              <a:t>固定EXAM_ALIGNMENT 5 / 5可視化。Topic36以降・Topic34再体系化・未確認COMTRAC内部仕様は追加しない</a:t>
            </a:r>
            <a:endParaRPr lang="ja-JP" sz="1900"/>
          </a:p>
        </p:txBody>
      </p:sp>
    </p:spTree>
  </p:cSld>
  <p:clrMapOvr>
    <a:masterClrMapping/>
  </p:clrMapOvr>
</p:sld>
</file>