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2"/>
          <p:cNvSpPr/>
          <p:nvPr/>
        </p:nvSpPr>
        <p:spPr>
          <a:xfrm>
            <a:off x="350000" y="220000"/>
            <a:ext cx="11500000" cy="65000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2700" b="1">
                <a:solidFill>
                  <a:srgbClr val="FFFFFF"/>
                </a:solidFill>
              </a:rPr>
              <a:t>E7・W7系：50/60Hz対応を電験の式へ</a:t>
            </a:r>
            <a:endParaRPr lang="ja-JP" sz="2700"/>
          </a:p>
        </p:txBody>
      </p:sp>
      <p:sp>
        <p:nvSpPr>
          <p:cNvPr id="3" name="Box 3"/>
          <p:cNvSpPr/>
          <p:nvPr/>
        </p:nvSpPr>
        <p:spPr>
          <a:xfrm>
            <a:off x="800000" y="1200000"/>
            <a:ext cx="10600000" cy="90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入力条件</a:t>
            </a:r>
            <a:endParaRPr lang="ja-JP" sz="1950"/>
          </a:p>
          <a:p>
            <a:pPr algn="ctr"/>
            <a:r>
              <a:rPr lang="ja-JP" sz="1750"/>
              <a:t>架線 50Hz / 60Hz</a:t>
            </a:r>
            <a:endParaRPr lang="ja-JP" sz="1750"/>
          </a:p>
        </p:txBody>
      </p:sp>
      <p:sp>
        <p:nvSpPr>
          <p:cNvPr id="4" name="Box 4"/>
          <p:cNvSpPr/>
          <p:nvPr/>
        </p:nvSpPr>
        <p:spPr>
          <a:xfrm>
            <a:off x="800000" y="2240000"/>
            <a:ext cx="10600000" cy="900000"/>
          </a:xfrm>
          <a:prstGeom prst="roundRect">
            <a:avLst/>
          </a:prstGeom>
          <a:solidFill>
            <a:srgbClr val="E8F1E8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変換</a:t>
            </a:r>
            <a:endParaRPr lang="ja-JP" sz="1950"/>
          </a:p>
          <a:p>
            <a:pPr algn="ctr"/>
            <a:r>
              <a:rPr lang="ja-JP" sz="1750"/>
              <a:t>主変圧器 → 主変換装置</a:t>
            </a:r>
            <a:endParaRPr lang="ja-JP" sz="1750"/>
          </a:p>
        </p:txBody>
      </p:sp>
      <p:sp>
        <p:nvSpPr>
          <p:cNvPr id="5" name="Box 5"/>
          <p:cNvSpPr/>
          <p:nvPr/>
        </p:nvSpPr>
        <p:spPr>
          <a:xfrm>
            <a:off x="800000" y="3280000"/>
            <a:ext cx="10600000" cy="9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駆動</a:t>
            </a:r>
            <a:endParaRPr lang="ja-JP" sz="1950"/>
          </a:p>
          <a:p>
            <a:pPr algn="ctr"/>
            <a:r>
              <a:rPr lang="ja-JP" sz="1750"/>
              <a:t>インバータ出力 f_m は可変</a:t>
            </a:r>
            <a:endParaRPr lang="ja-JP" sz="1750"/>
          </a:p>
        </p:txBody>
      </p:sp>
      <p:sp>
        <p:nvSpPr>
          <p:cNvPr id="6" name="Box 6"/>
          <p:cNvSpPr/>
          <p:nvPr/>
        </p:nvSpPr>
        <p:spPr>
          <a:xfrm>
            <a:off x="800000" y="4320000"/>
            <a:ext cx="10600000" cy="9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回転</a:t>
            </a:r>
            <a:endParaRPr lang="ja-JP" sz="1950"/>
          </a:p>
          <a:p>
            <a:pPr algn="ctr"/>
            <a:r>
              <a:rPr lang="ja-JP" sz="1750"/>
              <a:t>Ns = 120 f_m / p</a:t>
            </a:r>
            <a:endParaRPr lang="ja-JP" sz="1750"/>
          </a:p>
        </p:txBody>
      </p:sp>
      <p:sp>
        <p:nvSpPr>
          <p:cNvPr id="7" name="Box 7"/>
          <p:cNvSpPr/>
          <p:nvPr/>
        </p:nvSpPr>
        <p:spPr>
          <a:xfrm>
            <a:off x="800000" y="5360000"/>
            <a:ext cx="10600000" cy="9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POINT</a:t>
            </a:r>
            <a:endParaRPr lang="ja-JP" sz="1950"/>
          </a:p>
          <a:p>
            <a:pPr algn="ctr"/>
            <a:r>
              <a:rPr lang="ja-JP" sz="1750"/>
              <a:t>架線周波数と主電動機周波数を混同しない</a:t>
            </a:r>
            <a:endParaRPr lang="ja-JP"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2"/>
          <p:cNvSpPr/>
          <p:nvPr/>
        </p:nvSpPr>
        <p:spPr>
          <a:xfrm>
            <a:off x="350000" y="220000"/>
            <a:ext cx="11500000" cy="65000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2700" b="1">
                <a:solidFill>
                  <a:srgbClr val="FFFFFF"/>
                </a:solidFill>
              </a:rPr>
              <a:t>誘導電動機：同期速度・すべり・二次周波数</a:t>
            </a:r>
            <a:endParaRPr lang="ja-JP" sz="2700"/>
          </a:p>
        </p:txBody>
      </p:sp>
      <p:sp>
        <p:nvSpPr>
          <p:cNvPr id="3" name="Box 3"/>
          <p:cNvSpPr/>
          <p:nvPr/>
        </p:nvSpPr>
        <p:spPr>
          <a:xfrm>
            <a:off x="800000" y="1200000"/>
            <a:ext cx="10600000" cy="90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① 同期速度</a:t>
            </a:r>
            <a:endParaRPr lang="ja-JP" sz="1950"/>
          </a:p>
          <a:p>
            <a:pPr algn="ctr"/>
            <a:r>
              <a:rPr lang="ja-JP" sz="1750"/>
              <a:t>Ns = 120 f_m / p</a:t>
            </a:r>
            <a:endParaRPr lang="ja-JP" sz="1750"/>
          </a:p>
        </p:txBody>
      </p:sp>
      <p:sp>
        <p:nvSpPr>
          <p:cNvPr id="4" name="Box 4"/>
          <p:cNvSpPr/>
          <p:nvPr/>
        </p:nvSpPr>
        <p:spPr>
          <a:xfrm>
            <a:off x="800000" y="2240000"/>
            <a:ext cx="10600000" cy="900000"/>
          </a:xfrm>
          <a:prstGeom prst="roundRect">
            <a:avLst/>
          </a:prstGeom>
          <a:solidFill>
            <a:srgbClr val="E8F1E8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② すべり</a:t>
            </a:r>
            <a:endParaRPr lang="ja-JP" sz="1950"/>
          </a:p>
          <a:p>
            <a:pPr algn="ctr"/>
            <a:r>
              <a:rPr lang="ja-JP" sz="1750"/>
              <a:t>s = (Ns - n) / Ns</a:t>
            </a:r>
            <a:endParaRPr lang="ja-JP" sz="1750"/>
          </a:p>
        </p:txBody>
      </p:sp>
      <p:sp>
        <p:nvSpPr>
          <p:cNvPr id="5" name="Box 5"/>
          <p:cNvSpPr/>
          <p:nvPr/>
        </p:nvSpPr>
        <p:spPr>
          <a:xfrm>
            <a:off x="800000" y="3280000"/>
            <a:ext cx="10600000" cy="9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③ 実回転</a:t>
            </a:r>
            <a:endParaRPr lang="ja-JP" sz="1950"/>
          </a:p>
          <a:p>
            <a:pPr algn="ctr"/>
            <a:r>
              <a:rPr lang="ja-JP" sz="1750"/>
              <a:t>n = (1-s) Ns</a:t>
            </a:r>
            <a:endParaRPr lang="ja-JP" sz="1750"/>
          </a:p>
        </p:txBody>
      </p:sp>
      <p:sp>
        <p:nvSpPr>
          <p:cNvPr id="6" name="Box 6"/>
          <p:cNvSpPr/>
          <p:nvPr/>
        </p:nvSpPr>
        <p:spPr>
          <a:xfrm>
            <a:off x="800000" y="4320000"/>
            <a:ext cx="10600000" cy="9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④ 二次周波数</a:t>
            </a:r>
            <a:endParaRPr lang="ja-JP" sz="1950"/>
          </a:p>
          <a:p>
            <a:pPr algn="ctr"/>
            <a:r>
              <a:rPr lang="ja-JP" sz="1750"/>
              <a:t>f2 = s f_m</a:t>
            </a:r>
            <a:endParaRPr lang="ja-JP" sz="1750"/>
          </a:p>
        </p:txBody>
      </p:sp>
      <p:sp>
        <p:nvSpPr>
          <p:cNvPr id="7" name="Box 7"/>
          <p:cNvSpPr/>
          <p:nvPr/>
        </p:nvSpPr>
        <p:spPr>
          <a:xfrm>
            <a:off x="800000" y="5360000"/>
            <a:ext cx="10600000" cy="9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例</a:t>
            </a:r>
            <a:endParaRPr lang="ja-JP" sz="1950"/>
          </a:p>
          <a:p>
            <a:pPr algn="ctr"/>
            <a:r>
              <a:rPr lang="ja-JP" sz="1750"/>
              <a:t>6極・66Hz・s=5% → Ns=1320 → n=1254 min^-1</a:t>
            </a:r>
            <a:endParaRPr lang="ja-JP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2"/>
          <p:cNvSpPr/>
          <p:nvPr/>
        </p:nvSpPr>
        <p:spPr>
          <a:xfrm>
            <a:off x="350000" y="220000"/>
            <a:ext cx="11500000" cy="65000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2700" b="1">
                <a:solidFill>
                  <a:srgbClr val="FFFFFF"/>
                </a:solidFill>
              </a:rPr>
              <a:t>V/f一定・トルク・同期ワット</a:t>
            </a:r>
            <a:endParaRPr lang="ja-JP" sz="2700"/>
          </a:p>
        </p:txBody>
      </p:sp>
      <p:sp>
        <p:nvSpPr>
          <p:cNvPr id="3" name="Box 3"/>
          <p:cNvSpPr/>
          <p:nvPr/>
        </p:nvSpPr>
        <p:spPr>
          <a:xfrm>
            <a:off x="800000" y="1200000"/>
            <a:ext cx="10600000" cy="90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V/f一定</a:t>
            </a:r>
            <a:endParaRPr lang="ja-JP" sz="1950"/>
          </a:p>
          <a:p>
            <a:pPr algn="ctr"/>
            <a:r>
              <a:rPr lang="ja-JP" sz="1750"/>
              <a:t>V1/f1 = V2/f2</a:t>
            </a:r>
            <a:endParaRPr lang="ja-JP" sz="1750"/>
          </a:p>
        </p:txBody>
      </p:sp>
      <p:sp>
        <p:nvSpPr>
          <p:cNvPr id="4" name="Box 4"/>
          <p:cNvSpPr/>
          <p:nvPr/>
        </p:nvSpPr>
        <p:spPr>
          <a:xfrm>
            <a:off x="800000" y="2240000"/>
            <a:ext cx="10600000" cy="900000"/>
          </a:xfrm>
          <a:prstGeom prst="roundRect">
            <a:avLst/>
          </a:prstGeom>
          <a:solidFill>
            <a:srgbClr val="E8F1E8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軸角速度</a:t>
            </a:r>
            <a:endParaRPr lang="ja-JP" sz="1950"/>
          </a:p>
          <a:p>
            <a:pPr algn="ctr"/>
            <a:r>
              <a:rPr lang="ja-JP" sz="1750"/>
              <a:t>ω = 2πn / 60</a:t>
            </a:r>
            <a:endParaRPr lang="ja-JP" sz="1750"/>
          </a:p>
        </p:txBody>
      </p:sp>
      <p:sp>
        <p:nvSpPr>
          <p:cNvPr id="5" name="Box 5"/>
          <p:cNvSpPr/>
          <p:nvPr/>
        </p:nvSpPr>
        <p:spPr>
          <a:xfrm>
            <a:off x="800000" y="3280000"/>
            <a:ext cx="10600000" cy="9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軸トルク</a:t>
            </a:r>
            <a:endParaRPr lang="ja-JP" sz="1950"/>
          </a:p>
          <a:p>
            <a:pPr algn="ctr"/>
            <a:r>
              <a:rPr lang="ja-JP" sz="1750"/>
              <a:t>T = P / ω  ※実回転速度n</a:t>
            </a:r>
            <a:endParaRPr lang="ja-JP" sz="1750"/>
          </a:p>
        </p:txBody>
      </p:sp>
      <p:sp>
        <p:nvSpPr>
          <p:cNvPr id="6" name="Box 6"/>
          <p:cNvSpPr/>
          <p:nvPr/>
        </p:nvSpPr>
        <p:spPr>
          <a:xfrm>
            <a:off x="800000" y="4320000"/>
            <a:ext cx="10600000" cy="9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同期ワット</a:t>
            </a:r>
            <a:endParaRPr lang="ja-JP" sz="1950"/>
          </a:p>
          <a:p>
            <a:pPr algn="ctr"/>
            <a:r>
              <a:rPr lang="ja-JP" sz="1750"/>
              <a:t>P2 = T ωs  ※同期角速度</a:t>
            </a:r>
            <a:endParaRPr lang="ja-JP" sz="1750"/>
          </a:p>
        </p:txBody>
      </p:sp>
      <p:sp>
        <p:nvSpPr>
          <p:cNvPr id="7" name="Box 7"/>
          <p:cNvSpPr/>
          <p:nvPr/>
        </p:nvSpPr>
        <p:spPr>
          <a:xfrm>
            <a:off x="800000" y="5360000"/>
            <a:ext cx="10600000" cy="90000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典型ミス</a:t>
            </a:r>
            <a:endParaRPr lang="ja-JP" sz="1950"/>
          </a:p>
          <a:p>
            <a:pPr algn="ctr"/>
            <a:r>
              <a:rPr lang="ja-JP" sz="1750"/>
              <a:t>軸出力のP=Tωに同期速度Nsを使わない</a:t>
            </a:r>
            <a:endParaRPr lang="ja-JP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2"/>
          <p:cNvSpPr/>
          <p:nvPr/>
        </p:nvSpPr>
        <p:spPr>
          <a:xfrm>
            <a:off x="350000" y="220000"/>
            <a:ext cx="11500000" cy="65000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2700" b="1">
                <a:solidFill>
                  <a:srgbClr val="FFFFFF"/>
                </a:solidFill>
              </a:rPr>
              <a:t>30‰勾配を必要動力へ変換</a:t>
            </a:r>
            <a:endParaRPr lang="ja-JP" sz="2700"/>
          </a:p>
        </p:txBody>
      </p:sp>
      <p:sp>
        <p:nvSpPr>
          <p:cNvPr id="3" name="Box 3"/>
          <p:cNvSpPr/>
          <p:nvPr/>
        </p:nvSpPr>
        <p:spPr>
          <a:xfrm>
            <a:off x="800000" y="1200000"/>
            <a:ext cx="10600000" cy="90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勾配</a:t>
            </a:r>
            <a:endParaRPr lang="ja-JP" sz="1950"/>
          </a:p>
          <a:p>
            <a:pPr algn="ctr"/>
            <a:r>
              <a:rPr lang="ja-JP" sz="1750"/>
              <a:t>30‰ = 0.030</a:t>
            </a:r>
            <a:endParaRPr lang="ja-JP" sz="1750"/>
          </a:p>
        </p:txBody>
      </p:sp>
      <p:sp>
        <p:nvSpPr>
          <p:cNvPr id="4" name="Box 4"/>
          <p:cNvSpPr/>
          <p:nvPr/>
        </p:nvSpPr>
        <p:spPr>
          <a:xfrm>
            <a:off x="800000" y="2240000"/>
            <a:ext cx="10600000" cy="900000"/>
          </a:xfrm>
          <a:prstGeom prst="roundRect">
            <a:avLst/>
          </a:prstGeom>
          <a:solidFill>
            <a:srgbClr val="E8F1E8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勾配力</a:t>
            </a:r>
            <a:endParaRPr lang="ja-JP" sz="1950"/>
          </a:p>
          <a:p>
            <a:pPr algn="ctr"/>
            <a:r>
              <a:rPr lang="ja-JP" sz="1750"/>
              <a:t>Fgrade ≈ m g i</a:t>
            </a:r>
            <a:endParaRPr lang="ja-JP" sz="1750"/>
          </a:p>
        </p:txBody>
      </p:sp>
      <p:sp>
        <p:nvSpPr>
          <p:cNvPr id="5" name="Box 5"/>
          <p:cNvSpPr/>
          <p:nvPr/>
        </p:nvSpPr>
        <p:spPr>
          <a:xfrm>
            <a:off x="800000" y="3280000"/>
            <a:ext cx="10600000" cy="9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機械出力</a:t>
            </a:r>
            <a:endParaRPr lang="ja-JP" sz="1950"/>
          </a:p>
          <a:p>
            <a:pPr algn="ctr"/>
            <a:r>
              <a:rPr lang="ja-JP" sz="1750"/>
              <a:t>Pgrade = Fgrade v</a:t>
            </a:r>
            <a:endParaRPr lang="ja-JP" sz="1750"/>
          </a:p>
        </p:txBody>
      </p:sp>
      <p:sp>
        <p:nvSpPr>
          <p:cNvPr id="6" name="Box 6"/>
          <p:cNvSpPr/>
          <p:nvPr/>
        </p:nvSpPr>
        <p:spPr>
          <a:xfrm>
            <a:off x="800000" y="4320000"/>
            <a:ext cx="10600000" cy="9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入力</a:t>
            </a:r>
            <a:endParaRPr lang="ja-JP" sz="1950"/>
          </a:p>
          <a:p>
            <a:pPr algn="ctr"/>
            <a:r>
              <a:rPr lang="ja-JP" sz="1750"/>
              <a:t>Pin = Pmech / η</a:t>
            </a:r>
            <a:endParaRPr lang="ja-JP" sz="1750"/>
          </a:p>
        </p:txBody>
      </p:sp>
      <p:sp>
        <p:nvSpPr>
          <p:cNvPr id="7" name="Box 7"/>
          <p:cNvSpPr/>
          <p:nvPr/>
        </p:nvSpPr>
        <p:spPr>
          <a:xfrm>
            <a:off x="800000" y="5360000"/>
            <a:ext cx="10600000" cy="9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学習例</a:t>
            </a:r>
            <a:endParaRPr lang="ja-JP" sz="1950"/>
          </a:p>
          <a:p>
            <a:pPr algn="ctr"/>
            <a:r>
              <a:rPr lang="ja-JP" sz="1750"/>
              <a:t>400t, 72km/h, η=0.90 → 2.352MW → 入力2.613MW</a:t>
            </a:r>
            <a:endParaRPr lang="ja-JP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2"/>
          <p:cNvSpPr/>
          <p:nvPr/>
        </p:nvSpPr>
        <p:spPr>
          <a:xfrm>
            <a:off x="350000" y="220000"/>
            <a:ext cx="11500000" cy="65000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2700" b="1">
                <a:solidFill>
                  <a:srgbClr val="FFFFFF"/>
                </a:solidFill>
              </a:rPr>
              <a:t>公式過去問との対応</a:t>
            </a:r>
            <a:endParaRPr lang="ja-JP" sz="2700"/>
          </a:p>
        </p:txBody>
      </p:sp>
      <p:sp>
        <p:nvSpPr>
          <p:cNvPr id="3" name="Box 3"/>
          <p:cNvSpPr/>
          <p:nvPr/>
        </p:nvSpPr>
        <p:spPr>
          <a:xfrm>
            <a:off x="800000" y="1200000"/>
            <a:ext cx="10600000" cy="7600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R6上 機械 問4</a:t>
            </a:r>
            <a:endParaRPr lang="ja-JP" sz="1950"/>
          </a:p>
          <a:p>
            <a:pPr algn="ctr"/>
            <a:r>
              <a:rPr lang="ja-JP" sz="1750"/>
              <a:t>V/f一定・66Hz・6極・すべり</a:t>
            </a:r>
            <a:endParaRPr lang="ja-JP" sz="1750"/>
          </a:p>
        </p:txBody>
      </p:sp>
      <p:sp>
        <p:nvSpPr>
          <p:cNvPr id="4" name="Box 4"/>
          <p:cNvSpPr/>
          <p:nvPr/>
        </p:nvSpPr>
        <p:spPr>
          <a:xfrm>
            <a:off x="800000" y="2100000"/>
            <a:ext cx="10600000" cy="760000"/>
          </a:xfrm>
          <a:prstGeom prst="roundRect">
            <a:avLst/>
          </a:prstGeom>
          <a:solidFill>
            <a:srgbClr val="E8F1E8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R5下 機械 問15</a:t>
            </a:r>
            <a:endParaRPr lang="ja-JP" sz="1950"/>
          </a:p>
          <a:p>
            <a:pPr algn="ctr"/>
            <a:r>
              <a:rPr lang="ja-JP" sz="1750"/>
              <a:t>すべり周波数・40Hz運転</a:t>
            </a:r>
            <a:endParaRPr lang="ja-JP" sz="1750"/>
          </a:p>
        </p:txBody>
      </p:sp>
      <p:sp>
        <p:nvSpPr>
          <p:cNvPr id="5" name="Box 5"/>
          <p:cNvSpPr/>
          <p:nvPr/>
        </p:nvSpPr>
        <p:spPr>
          <a:xfrm>
            <a:off x="800000" y="3000000"/>
            <a:ext cx="10600000" cy="76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R5上 機械 問4</a:t>
            </a:r>
            <a:endParaRPr lang="ja-JP" sz="1950"/>
          </a:p>
          <a:p>
            <a:pPr algn="ctr"/>
            <a:r>
              <a:rPr lang="ja-JP" sz="1750"/>
              <a:t>同期速度→実回転→軸トルク</a:t>
            </a:r>
            <a:endParaRPr lang="ja-JP" sz="1750"/>
          </a:p>
        </p:txBody>
      </p:sp>
      <p:sp>
        <p:nvSpPr>
          <p:cNvPr id="6" name="Box 6"/>
          <p:cNvSpPr/>
          <p:nvPr/>
        </p:nvSpPr>
        <p:spPr>
          <a:xfrm>
            <a:off x="800000" y="3900000"/>
            <a:ext cx="10600000" cy="76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H28 機械 問4</a:t>
            </a:r>
            <a:endParaRPr lang="ja-JP" sz="1950"/>
          </a:p>
          <a:p>
            <a:pPr algn="ctr"/>
            <a:r>
              <a:rPr lang="ja-JP" sz="1750"/>
              <a:t>同期角速度→同期ワット</a:t>
            </a:r>
            <a:endParaRPr lang="ja-JP" sz="1750"/>
          </a:p>
        </p:txBody>
      </p:sp>
      <p:sp>
        <p:nvSpPr>
          <p:cNvPr id="7" name="Box 7"/>
          <p:cNvSpPr/>
          <p:nvPr/>
        </p:nvSpPr>
        <p:spPr>
          <a:xfrm>
            <a:off x="800000" y="4800000"/>
            <a:ext cx="10600000" cy="76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R3 機械 問10</a:t>
            </a:r>
            <a:endParaRPr lang="ja-JP" sz="1950"/>
          </a:p>
          <a:p>
            <a:pPr algn="ctr"/>
            <a:r>
              <a:rPr lang="ja-JP" sz="1750"/>
              <a:t>P=Fv/η 型の必要動力</a:t>
            </a:r>
            <a:endParaRPr lang="ja-JP" sz="1750"/>
          </a:p>
        </p:txBody>
      </p:sp>
      <p:sp>
        <p:nvSpPr>
          <p:cNvPr id="8" name="Box 8"/>
          <p:cNvSpPr/>
          <p:nvPr/>
        </p:nvSpPr>
        <p:spPr>
          <a:xfrm>
            <a:off x="800000" y="5700000"/>
            <a:ext cx="10600000" cy="76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B7C9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ja-JP" sz="1950" b="1"/>
              <a:t>出典</a:t>
            </a:r>
            <a:endParaRPr lang="ja-JP" sz="1950"/>
          </a:p>
          <a:p>
            <a:pPr algn="ctr"/>
            <a:r>
              <a:rPr lang="ja-JP" sz="1750"/>
              <a:t>試験センター公式問題・解答 / JR東日本E7 / JR西日本W7 / e-sysnet / 電験三種まとめました</a:t>
            </a:r>
            <a:endParaRPr lang="ja-JP" sz="1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7365D"/>
      </a:dk2>
      <a:lt2>
        <a:srgbClr val="F8FAFC"/>
      </a:lt2>
      <a:accent1>
        <a:srgbClr val="4F81BD"/>
      </a:accent1>
      <a:accent2>
        <a:srgbClr val="9BBB59"/>
      </a:accent2>
      <a:accent3>
        <a:srgbClr val="F79646"/>
      </a:accent3>
      <a:accent4>
        <a:srgbClr val="8064A2"/>
      </a:accent4>
      <a:accent5>
        <a:srgbClr val="4BACC6"/>
      </a:accent5>
      <a:accent6>
        <a:srgbClr val="C0504D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</a:majorFont>
      <a:minorFont>
        <a:latin typeface="Aptos"/>
        <a:ea typeface="Yu Gothic"/>
      </a:minorFont>
    </a:fontScheme>
    <a:fmtScheme name="Office">
      <a:fillStyleLst/>
      <a:lnStyleLst/>
      <a:effectStyleLst/>
      <a:bgFillStyleLst/>
    </a:fmtScheme>
  </a:themeElements>
</a:theme>
</file>