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新幹線の速度制御を「電力変換」で読む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 AC→DC / DC→AC / DC→DC を判定する。未確認の実車値は使わない。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43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574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架線交流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2377440"/>
            <a:ext cx="365760" cy="0"/>
          </a:xfrm>
          <a:prstGeom prst="line">
            <a:avLst/>
          </a:prstGeom>
          <a:noFill/>
          <a:ln w="25400">
            <a:solidFill>
              <a:srgbClr val="2F6FA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2011680"/>
            <a:ext cx="1188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主変圧器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320040" cy="0"/>
          </a:xfrm>
          <a:prstGeom prst="line">
            <a:avLst/>
          </a:prstGeom>
          <a:noFill/>
          <a:ln w="25400">
            <a:solidFill>
              <a:srgbClr val="2F6FA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49040" y="2011680"/>
            <a:ext cx="1188720" cy="7315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コンバータ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AC→DC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2377440"/>
            <a:ext cx="411480" cy="0"/>
          </a:xfrm>
          <a:prstGeom prst="line">
            <a:avLst/>
          </a:prstGeom>
          <a:noFill/>
          <a:ln w="25400">
            <a:solidFill>
              <a:srgbClr val="2F6FA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40680" y="2011680"/>
            <a:ext cx="1325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057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直流中間回路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2377440"/>
            <a:ext cx="365760" cy="0"/>
          </a:xfrm>
          <a:prstGeom prst="line">
            <a:avLst/>
          </a:prstGeom>
          <a:noFill/>
          <a:ln w="25400">
            <a:solidFill>
              <a:srgbClr val="2F6FA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23760" y="2011680"/>
            <a:ext cx="1234440" cy="7315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インバータ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DC→AC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2377440"/>
            <a:ext cx="457200" cy="0"/>
          </a:xfrm>
          <a:prstGeom prst="line">
            <a:avLst/>
          </a:prstGeom>
          <a:noFill/>
          <a:ln w="25400">
            <a:solidFill>
              <a:srgbClr val="2F6FA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06840" y="2011680"/>
            <a:ext cx="1143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0574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可変V・f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三相交流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195560" y="2377440"/>
            <a:ext cx="228600" cy="0"/>
          </a:xfrm>
          <a:prstGeom prst="line">
            <a:avLst/>
          </a:prstGeom>
          <a:noFill/>
          <a:ln w="25400">
            <a:solidFill>
              <a:srgbClr val="2F6FA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469880" y="2011680"/>
            <a:ext cx="1143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0" y="20574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誘導電動機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A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整流・コンバータ = AC→DC　　インバータ = DC→AC　　チョッパ = DC→DC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31638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44A7C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Nₛ = 120 f / P</a:t>
            </a:r>
            <a:endParaRPr lang="en-US" sz="2500" dirty="0"/>
          </a:p>
        </p:txBody>
      </p:sp>
      <p:sp>
        <p:nvSpPr>
          <p:cNvPr id="27" name="Shape 25"/>
          <p:cNvSpPr/>
          <p:nvPr/>
        </p:nvSpPr>
        <p:spPr>
          <a:xfrm>
            <a:off x="731520" y="4160520"/>
            <a:ext cx="10789920" cy="96012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06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試験の判断順序：①入出力のAC/DC → ②素子の制御性 → ③Lがあれば電流継続 → ④波形・平均値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対応：R8上 機械 問10 ／ Topic 06 全体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三相ダイオード全波整流：6パルスと平均値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相電圧と線間電圧を区別し、最大・最小・平均を同じ基準で計算する。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4864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64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6パルス出力（模式図）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4846320"/>
            <a:ext cx="470916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697480"/>
            <a:ext cx="0" cy="214884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697480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6335" y="2837155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2550" y="2976829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8765" y="2837155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44980" y="2697480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1195" y="2837155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7410" y="2976829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3625" y="2837155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9840" y="2697480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26055" y="2837155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2270" y="2976829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18485" y="2837155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2697480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10915" y="2837155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7130" y="2976829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03345" y="2837155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99560" y="2697480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5775" y="2837155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1990" y="2976829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8205" y="2837155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84420" y="2697480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80635" y="2837155"/>
            <a:ext cx="196215" cy="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76850" y="2976829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73065" y="2837155"/>
            <a:ext cx="196215" cy="-139675"/>
          </a:xfrm>
          <a:prstGeom prst="line">
            <a:avLst/>
          </a:prstGeom>
          <a:noFill/>
          <a:ln w="29210">
            <a:solidFill>
              <a:srgbClr val="2F6F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047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60°ごとに導通対が切り替わる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1417320"/>
            <a:ext cx="5257800" cy="434340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828800"/>
            <a:ext cx="4572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V_LL = √3 V_s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Vmax = √6 V_s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Vmin = √6 V_s cos(π/6)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Vd,avg = (3√6/π) V_s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δ = (Vmax−Vmin)/Vd,avg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03720" y="5138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A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検算：Vmin &lt; Vd,avg &lt; Vmax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対応：R8上 機械 問16(a)(b)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チョッパとR-L負荷：時間と電流経路を追う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通流率はオン時間の割合。L の電流は瞬時に変化できない。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64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直流チョッパ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4297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A7C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T = 1 / f_s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244A7C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D = t_on / T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244A7C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t_on = D T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244A7C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Vavg = D 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60120" y="4617720"/>
            <a:ext cx="4434840" cy="65836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66344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検算：0≤D≤1、0≤t_on≤T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417320"/>
            <a:ext cx="5532120" cy="438912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単相ブリッジ電圧形インバータ（R-L負荷）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76272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v₀   i₀   通流経路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＋   ＋   Q1–Q4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＋   −   D1–D4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−   ＋   D2–D3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−   −   Q2–Q3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0" y="26060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4A7C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τ = L / R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446520" y="4617720"/>
            <a:ext cx="4800600" cy="65836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66344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電圧と電流の符号が逆 → 逆並列ダイオードを疑う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対応：R7上 問16(a) ／ R6上 問10・問16(a)(b)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44A7C"/>
          </a:solidFill>
          <a:ln w="12700">
            <a:solidFill>
              <a:srgbClr val="244A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PWM・VVVF：周波数を変えると同期速度が変わる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85953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詳細な高調波解析・ベクトル制御・回生制動には広げない。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PWM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4A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オン時間の割合を変える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A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　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A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平均的・実効的な出力電圧を変える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A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　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4A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チョッパの Vavg = D E が入口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49240" cy="438912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VVVF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372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A7C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Nₛ = 120 f / P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08660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7D6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P一定なら f ↑ → Nₛ ↑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20840" y="4160520"/>
            <a:ext cx="4434840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42062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インバータ → 可変電圧・可変周波数三相交流 → 誘導電動機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固定EXAM_ALIGNMENT 5問・7小問を可視化 ／ 固定範囲外追加 0件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2026-09-14T11:42:50Z</dcterms:created>
  <dcterms:modified xsi:type="dcterms:W3CDTF">2026-09-14T11:42:50Z</dcterms:modified>
</cp:coreProperties>
</file>