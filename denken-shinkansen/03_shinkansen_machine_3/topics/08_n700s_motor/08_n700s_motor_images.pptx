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2800" b="1"/>
              <a:t>極数・周波数・同期速度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00000" y="1600000"/>
            <a:ext cx="1080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1900" b="0"/>
              <a:t>Ns = 120f / P</a:t>
            </a:r>
          </a:p>
          <a:p>
            <a:r>
              <a:rPr lang="ja-JP" sz="1900" b="0"/>
              <a:t>60 Hz: 4極 = 1800 min^-1 / 6極 = 1200 min^-1</a:t>
            </a:r>
          </a:p>
          <a:p>
            <a:r>
              <a:rPr lang="ja-JP" sz="1900" b="0"/>
              <a:t>同じ1800 min^-1: 4極 = 60 Hz / 6極 = 90 Hz</a:t>
            </a:r>
          </a:p>
          <a:p>
            <a:r>
              <a:rPr lang="ja-JP" sz="1900" b="0"/>
              <a:t>極数が増えると同一周波数で同期速度は下がる。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2800" b="1"/>
              <a:t>滑りと周波数変更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00000" y="1600000"/>
            <a:ext cx="1080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1900" b="0"/>
              <a:t>s = (Ns - N) / Ns　　f2 = sf　　N = (1-s)Ns</a:t>
            </a:r>
          </a:p>
          <a:p>
            <a:r>
              <a:rPr lang="ja-JP" sz="1900" b="0"/>
              <a:t>6極・60 Hz・1170 min^-1 → Ns=1200, s=0.025, f2=1.50 Hz</a:t>
            </a:r>
          </a:p>
          <a:p>
            <a:r>
              <a:rPr lang="ja-JP" sz="1900" b="0"/>
              <a:t>f2一定で45 Hz → s=0.0333, Ns=900, N=870 min^-1</a:t>
            </a:r>
          </a:p>
          <a:p>
            <a:r>
              <a:rPr lang="ja-JP" sz="1900" b="0"/>
              <a:t>T∝s は問題文で条件が与えられた場合だけ使う。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2800" b="1"/>
              <a:t>回転速度・出力・トルク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00000" y="1600000"/>
            <a:ext cx="1080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1900" b="0"/>
              <a:t>ω = 2πN / 60　　Pout = Tω　　T = Pout / ω</a:t>
            </a:r>
          </a:p>
          <a:p>
            <a:r>
              <a:rPr lang="ja-JP" sz="1900" b="0"/>
              <a:t>60 Hz・s=0.020・6極 → N=1176 min^-1</a:t>
            </a:r>
          </a:p>
          <a:p>
            <a:r>
              <a:rPr lang="ja-JP" sz="1900" b="0"/>
              <a:t>30.0 kW → T≈243.6 N·m</a:t>
            </a:r>
          </a:p>
          <a:p>
            <a:r>
              <a:rPr lang="ja-JP" sz="1900" b="0"/>
              <a:t>同一トルク、50 Hz・s=0.050 → N=950 min^-1, Pout≈24.2 kW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5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2800" b="1"/>
              <a:t>N700S：6極主電動機＋SiC主変換装置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00000" y="1600000"/>
            <a:ext cx="10800000" cy="4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ja-JP" sz="1900" b="0"/>
              <a:t>一次資料で確認: 新幹線初の6極駆動モーター、4極→6極、小型軽量化、N700A比で1台車あたり約140 kg軽量化、SiC素子使用主変換装置。</a:t>
            </a:r>
          </a:p>
          <a:p>
            <a:r>
              <a:rPr lang="ja-JP" sz="1900" b="0"/>
              <a:t>一般式: 同じ周波数なら6極は4極より同期速度が低く、同じ同期速度なら6極は高い周波数が必要。</a:t>
            </a:r>
          </a:p>
          <a:p>
            <a:r>
              <a:rPr lang="ja-JP" sz="1900" b="0"/>
              <a:t>注意: 「6極なら小さくなる」と一般化しない。未確認の実回転速度・寸法は使わない。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222222"/>
      </a:dk2>
      <a:lt2>
        <a:srgbClr val="F2F2F2"/>
      </a:lt2>
      <a:accent1>
        <a:srgbClr val="4472C4"/>
      </a:accent1>
      <a:accent2>
        <a:srgbClr val="ED7D31"/>
      </a:accent2>
      <a:accent3>
        <a:srgbClr val="70AD47"/>
      </a:accent3>
      <a:accent4>
        <a:srgbClr val="A5A5A5"/>
      </a:accent4>
      <a:accent5>
        <a:srgbClr val="5B9BD5"/>
      </a:accent5>
      <a:accent6>
        <a:srgbClr val="FFC000"/>
      </a:accent6>
      <a:hlink>
        <a:srgbClr val="0563C1"/>
      </a:hlink>
      <a:folHlink>
        <a:srgbClr val="954F72"/>
      </a:folHlink>
    </a:clrScheme>
    <a:fontScheme name="Minimal">
      <a:majorFont>
        <a:latin typeface="Arial"/>
        <a:ea typeface="Noto Sans CJK JP"/>
        <a:cs typeface="Arial"/>
      </a:majorFont>
      <a:minorFont>
        <a:latin typeface="Arial"/>
        <a:ea typeface="Noto Sans CJK JP"/>
        <a:cs typeface="Arial"/>
      </a:minorFont>
    </a:fontScheme>
    <a:fmtScheme name="Minimal">
      <a:fillStyleLst/>
      <a:lnStyleLst/>
      <a:effectStyleLst/>
      <a:bgFillStyleLst/>
    </a:fmtScheme>
  </a:themeElements>
</a:theme>
</file>