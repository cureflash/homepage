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  <p:sldId id="258" r:id="rId4"/>
    <p:sldId id="259" r:id="rId5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3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2600" b="1">
                <a:solidFill>
                  <a:srgbClr val="17365D"/>
                </a:solidFill>
                <a:latin typeface="Noto Sans CJK JP"/>
                <a:ea typeface="Noto Sans CJK JP"/>
              </a:rPr>
              <a:t>新幹線のコンピュータは何をしている？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50000" y="1350000"/>
            <a:ext cx="108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情報処理の基本構成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センサ → 電気信号 → A/D変換 → デジタルデータ → 演算・論理判断 → 制御指令 → 機器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A/D：アナログ信号をデジタルデータへ　　D/A：デジタルデータをアナログ信号へ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電験三種では 2進・16進、論理回路、真理値表、A/D・D/A、センサ、情報伝送を問う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固定品質ゲート：6問・8答案要素。車種固有通信規格・CPU構成等は扱わない</a:t>
            </a:r>
            <a:endParaRPr lang="ja-JP" sz="1800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3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2600" b="1">
                <a:solidFill>
                  <a:srgbClr val="17365D"/>
                </a:solidFill>
                <a:latin typeface="Noto Sans CJK JP"/>
                <a:ea typeface="Noto Sans CJK JP"/>
              </a:rPr>
              <a:t>2進数・16進数を「値」に戻して考える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50000" y="1350000"/>
            <a:ext cx="108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(101101)₂ = 32+8+4+1 = 45　／　(2D)₁₆ = 2×16+13 = 45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16進1桁 = 2進4bit　例：1101 0110₂ = D6₁₆　　8bit = 1byte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大小比較：同じ基数、または10進値へそろえて比較する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和と差：S=A+B, D=A−B → A=(S+D)/2, B=(S−D)/2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例 S=22, D=6 → A=14=(01110)₂, B=8=(01000)₂　※補数表現は範囲外</a:t>
            </a:r>
            <a:endParaRPr lang="ja-JP" sz="1800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3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2600" b="1">
                <a:solidFill>
                  <a:srgbClr val="17365D"/>
                </a:solidFill>
                <a:latin typeface="Noto Sans CJK JP"/>
                <a:ea typeface="Noto Sans CJK JP"/>
              </a:rPr>
              <a:t>論理ゲートは「真理値表 → 論理式」で固定する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50000" y="1350000"/>
            <a:ext cx="108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AND A·B：両方1だけ1　／ OR A+B：どちらか1なら1　／ XOR：異なるとき1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NAND=¬(A·B)　NOR=¬(A+B)　NOT：0↔1を反転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基本法則：X+¬X=1, X·¬X=0, X+XY=X, ¬(X+Y)=¬X·¬Y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例 F=A·¬B+A·B+¬A·B = A(¬B+B)+¬A·B = A+B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真理値表 ↔ 論理式 ↔ 論理回路を相互変換する。カルノー図は使わない</a:t>
            </a:r>
            <a:endParaRPr lang="ja-JP" sz="1800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3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2600" b="1">
                <a:solidFill>
                  <a:srgbClr val="17365D"/>
                </a:solidFill>
                <a:latin typeface="Noto Sans CJK JP"/>
                <a:ea typeface="Noto Sans CJK JP"/>
              </a:rPr>
              <a:t>組合せ回路は「式にする → 区間ごとに代入」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650000" y="1350000"/>
            <a:ext cx="108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中間出力を置く：X1=A·B, X2=¬A·C → Y=X1+X2=A·B+¬A·C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入力 (A,B,C)：(0,0,1) → (1,0,1) → (1,1,0) → (0,1,0)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出力 Y：1 → 0 → 1 → 0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本試験手順：ゲート識別 → 中間出力 → 論理式 → 必要なら簡単化 → 区間ごと0/1代入 → 選択肢照合</a:t>
            </a:r>
            <a:endParaRPr lang="ja-JP" sz="1800"/>
          </a:p>
          <a:p>
            <a:r>
              <a:rPr lang="ja-JP" sz="1800" b="0">
                <a:solidFill>
                  <a:srgbClr val="222222"/>
                </a:solidFill>
                <a:latin typeface="Noto Sans CJK JP"/>
                <a:ea typeface="Noto Sans CJK JP"/>
              </a:rPr>
              <a:t>R8上14・18 / R7上14 / R5下14 / R1 14 / H28 18(a)(b) の8答案要素へ接続</a:t>
            </a:r>
            <a:endParaRPr lang="ja-JP" sz="1800"/>
          </a:p>
        </p:txBody>
      </p:sp>
    </p:spTree>
  </p:cSld>
</p:sld>
</file>