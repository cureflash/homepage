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初代0系と直流機｜試験論点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交流25 kV → 主変圧器 → 整流 → 直流 → 直流主電動機 → 車輪</a:t>
            </a:r>
            <a:endParaRPr lang="ja-JP" sz="1850"/>
          </a:p>
          <a:p>
            <a:pPr marL="0" indent="0"/>
            <a:r>
              <a:rPr lang="ja-JP" sz="1850"/>
              <a:t>構造：界磁・電機子・整流子・ブラシ。問われるのは誘導起電力、逆起電力、速度、トルク、結線、始動、損失・効率。</a:t>
            </a:r>
            <a:endParaRPr lang="ja-JP" sz="1850"/>
          </a:p>
          <a:p>
            <a:pPr marL="0" indent="0"/>
            <a:r>
              <a:rPr lang="ja-JP" sz="1850"/>
              <a:t>範囲は確定済みsourceのみ。未確認の0系定格値、Topic 03の速度制御体系は扱わない。</a:t>
            </a:r>
            <a:endParaRPr lang="ja-JP" sz="1850"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基本式と物理的意味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e=Blv、v=πDN/60、E=kΦN</a:t>
            </a:r>
            <a:endParaRPr lang="ja-JP" sz="1850"/>
          </a:p>
          <a:p>
            <a:pPr marL="0" indent="0"/>
            <a:r>
              <a:rPr lang="ja-JP" sz="1850"/>
              <a:t>V=E+IaRa → E=V−IaRa。始動時 N=0 → E=0 → Ia,start=V/Ra。</a:t>
            </a:r>
            <a:endParaRPr lang="ja-JP" sz="1850"/>
          </a:p>
          <a:p>
            <a:pPr marL="0" indent="0"/>
            <a:r>
              <a:rPr lang="ja-JP" sz="1850"/>
              <a:t>T=kΦIa、ω=2πN/60、Pdev=Tω=EIa。Pcu=Ia²Ra、Pout=Pdev−Pmech、η=Pout/Pin。</a:t>
            </a:r>
            <a:endParaRPr lang="ja-JP" sz="1850"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機種・特性・頻出ミス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分巻：Φ≈一定 → T∝Ia、速度変化は比較的小さい。直巻：未飽和でΦ∝Ia → T∝Ia²、無負荷高速に注意。複巻：累積／差動。</a:t>
            </a:r>
            <a:endParaRPr lang="ja-JP" sz="1850"/>
          </a:p>
          <a:p>
            <a:pPr marL="0" indent="0"/>
            <a:r>
              <a:rPr lang="ja-JP" sz="1850"/>
              <a:t>分巻機は I=Ia+If。EIaは機械損控除前の電磁変換電力。</a:t>
            </a:r>
            <a:endParaRPr lang="ja-JP" sz="1850"/>
          </a:p>
          <a:p>
            <a:pPr marL="0" indent="0"/>
            <a:r>
              <a:rPr lang="ja-JP" sz="1850"/>
              <a:t>ミス：N[min⁻¹]をTωへ直入れ、Eの符号、IとIa混同、T∝Ia²の成立条件忘れ。</a:t>
            </a:r>
            <a:endParaRPr lang="ja-JP" sz="1850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解法手順と3段階例題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機種判定 → 電流区別 → 始動ならE=0 → Ra → 逆起電力 → 速度/トルク → 電力収支 → 検算。</a:t>
            </a:r>
            <a:endParaRPr lang="ja-JP" sz="1850"/>
          </a:p>
          <a:p>
            <a:pPr marL="0" indent="0"/>
            <a:r>
              <a:rPr lang="ja-JP" sz="1850"/>
              <a:t>基礎：B=.50 T,l=.30 m,D=.40 m,N=1200 → e≈3.77 V。</a:t>
            </a:r>
            <a:endParaRPr lang="ja-JP" sz="1850"/>
          </a:p>
          <a:p>
            <a:pPr marL="0" indent="0"/>
            <a:r>
              <a:rPr lang="ja-JP" sz="1850"/>
              <a:t>標準：V=100 V,Ia1=20 A,Pcu1=80 W,N1=1440、Ia2=10 A → Ra=.20 Ω、N2=1470 min⁻¹。</a:t>
            </a:r>
            <a:endParaRPr lang="ja-JP" sz="1850"/>
          </a:p>
          <a:p>
            <a:pPr marL="0" indent="0"/>
            <a:r>
              <a:rPr lang="ja-JP" sz="1850"/>
              <a:t>複合：V=200 V,Istart=400 A,Ia=40 A,If=2 A,Pmech=600 W → Ra=.50 Ω、η≈78.6%。</a:t>
            </a:r>
            <a:endParaRPr lang="ja-JP" sz="1850"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過去問対応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R8上 機械 問1：直流機各方式・自己励磁・始動トルク・整流。問2：e=Blvと導体速度。</a:t>
            </a:r>
            <a:endParaRPr lang="ja-JP" sz="1850"/>
          </a:p>
          <a:p>
            <a:pPr marL="0" indent="0"/>
            <a:r>
              <a:rPr lang="ja-JP" sz="1850"/>
              <a:t>R7下 機械 問1：分巻機の速度・トルク特性。問2：銅損→Ra→E→速度。</a:t>
            </a:r>
            <a:endParaRPr lang="ja-JP" sz="1850"/>
          </a:p>
          <a:p>
            <a:pPr marL="0" indent="0"/>
            <a:r>
              <a:rPr lang="ja-JP" sz="1850"/>
              <a:t>R7上 機械 問1：直巻・分巻・複巻。問2：始動E=0→Ra→損失・出力・効率。</a:t>
            </a:r>
            <a:endParaRPr lang="ja-JP" sz="1850"/>
          </a:p>
          <a:p>
            <a:pPr marL="0" indent="0"/>
            <a:r>
              <a:rPr lang="ja-JP" sz="1850"/>
              <a:t>教材だけでの独立再解答は次工程。公式正答は先に参照しない。</a:t>
            </a:r>
            <a:endParaRPr lang="ja-JP" sz="1850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3000" b="1"/>
              <a:t>まとめ・出典</a:t>
            </a:r>
            <a:endParaRPr lang="ja-JP" sz="3000"/>
          </a:p>
        </p:txBody>
      </p:sp>
      <p:sp>
        <p:nvSpPr>
          <p:cNvPr id="3" name="Body"/>
          <p:cNvSpPr/>
          <p:nvPr/>
        </p:nvSpPr>
        <p:spPr>
          <a:xfrm>
            <a:off x="685800" y="1371600"/>
            <a:ext cx="10820400" cy="4800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/>
            <a:r>
              <a:rPr lang="ja-JP" sz="1850"/>
              <a:t>公式：e=Blv、E=kΦN、V=E+IaRa、T=kΦIa、Pdev=EIa、Pcu=Ia²Ra、η=Pout/Pin。</a:t>
            </a:r>
            <a:endParaRPr lang="ja-JP" sz="1850"/>
          </a:p>
          <a:p>
            <a:pPr marL="0" indent="0"/>
            <a:r>
              <a:rPr lang="ja-JP" sz="1850"/>
              <a:t>出典：電気技術者試験センター R8上・R7下・R7上「機械」公式問題。</a:t>
            </a:r>
            <a:endParaRPr lang="ja-JP" sz="1850"/>
          </a:p>
          <a:p>
            <a:pPr marL="0" indent="0"/>
            <a:r>
              <a:rPr lang="ja-JP" sz="1850"/>
              <a:t>参考：e-sysnet、電気主任技術者のナレッジノート、電験三種まとめました。</a:t>
            </a:r>
            <a:endParaRPr lang="ja-JP" sz="1850"/>
          </a:p>
          <a:p>
            <a:pPr marL="0" indent="0"/>
            <a:r>
              <a:rPr lang="ja-JP" sz="1850"/>
              <a:t>図は教材用自作模式図。外部画像の引用なし。</a:t>
            </a:r>
            <a:endParaRPr lang="ja-JP" sz="1850"/>
          </a:p>
        </p:txBody>
      </p:sp>
    </p:spTree>
  </p:cSld>
</p:sld>
</file>