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2.svg"/><Relationship Id="rId3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2.svg"/><Relationship Id="rId3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2.svg"/><Relationship Id="rId3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2.sv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