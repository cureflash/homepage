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短絡故障の全体像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故障点までの等価インピーダンスが小さいほど短絡電流は大きい。三相短絡を基準に故障電流を追う。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大電流の影響は電磁力・熱だけでなく、近接回路への電磁誘導障害も区別する。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抑制策はインピーダンス付加、系統分割、電圧階級上昇。BTBの直流リンクは交流短絡電流の直接経路にならない。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22776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1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R2一次 問3 5/5、H25一次 問4 5/5に接続。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p.u.・％Z・短絡容量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基準容量S_Bと基準線間電圧V_Bから I_B=S_B/(√3 V_B)、Z_B=V_B²/S_B。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p.u.値と％Zは同じ基準へ換算して合成する。％Z_new=％Z_old×(S_B,new/S_B,old)×(V_B,old/V_B,new)²。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S_sc=√3 V_LL I_sc。ここでV_LLは故障前・基準の線間電圧で、ボルト短絡後の故障点電圧0 Vではない。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22776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1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遮断容量は遮断器が遮断できる容量、短絡容量は系統が故障点へ供給し得る容量。選定では遮断容量が想定短絡容量を下回らない。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910328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3834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R3二次 問3 6/6のうちp.u.計算・短絡容量・実電流復元に接続。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対称分と故障種別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正相・逆相・零相の三つの対称分に分解し、故障種別ごとの接続条件で回路を組む。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三相短絡：正相のみ。 一線地絡：正相・逆相・零相を直列。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線間短絡：正相と逆相。 二線地絡：正相に対し逆相・零相が地絡条件で結合。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22776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1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R7二次 問2 5/5に接続。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一線地絡の二次答案手順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1. 共通基準へZ1・Z2・Z0をそろえる。 2. 一線地絡の対称分回路を接続する。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3. I1=I2=I0を求め、地絡電流は If=3I0。 4. p.u.値を基準電流で[A]へ戻す。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零相インピーダンスは接地方式・変圧器結線の影響を受けるため、正相値の流用をしない。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22776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1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R7二次 問2の計算手順を答案として再現できる形にする。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系統構成・故障位置と短絡電流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電源・変圧器・線路のインピーダンスは直列なら加算、並列供給なら等価インピーダンスが低下し短絡電流が増える。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H21二次 問6 clean blind：CB3開放 6.08 kA、CB3投入 10.3 kA。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一般に電源から故障点までの距離・直列インピーダンスが増えるほど故障電流は低下する。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C"/>
                </a:solidFill>
                <a:latin typeface="Noto Sans CJK JP"/>
              </a:rPr>
              <a:t>電源側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F3A5C"/>
                </a:solidFill>
                <a:latin typeface="Noto Sans CJK JP"/>
              </a:rPr>
              <a:t>遠方故障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94560" y="4782312"/>
            <a:ext cx="7132320" cy="384048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52578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5C"/>
                </a:solidFill>
                <a:latin typeface="Noto Sans CJK JP"/>
              </a:rPr>
              <a:t>距離・直列Z ↑  →  故障電流 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CJK JP"/>
              </a:rPr>
              <a:t>過去問接続とTopic 16境界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Noto Sans CJK JP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881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固定5問・23答案要素：R2一次5/5、H25一次5/5、R7二次5/5、R3二次6/6、H21二次2/2＝23/23。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逆算：許容短絡電流から必要な等価インピーダンス・％Zを戻し、基準量と単位を最後に確認する。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35224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完成後blind補正5項目：電磁誘導障害／遮断容量／BTB／電圧階級上昇＋系統分割／S_sc式のV_LLの意味。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22776"/>
            <a:ext cx="10972800" cy="868680"/>
          </a:xfrm>
          <a:prstGeom prst="roundRect">
            <a:avLst/>
          </a:prstGeom>
          <a:solidFill>
            <a:srgbClr val="F2F4F7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1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Noto Sans CJK JP"/>
              </a:rPr>
              <a:t>• Topic 16は短絡計算・短絡容量・％Z・p.u.・対称分・3φ/1LG/LL/2LGまで。保護リレー・遮断協調はTopic 17で扱う。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