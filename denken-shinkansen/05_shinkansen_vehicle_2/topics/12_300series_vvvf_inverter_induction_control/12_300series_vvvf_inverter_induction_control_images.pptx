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 type="screen16x9"/>
  <p:notesSz cx="6858000" cy="9144000"/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_rels/slide1.xml.rels><?xml version="1.0"?><Relationships xmlns="http://schemas.openxmlformats.org/package/2006/relationships"><Relationship Id="rId1" Type="http://schemas.openxmlformats.org/officeDocument/2006/relationships/image" Target="../media/deck.svg"/></Relationships>
</file>

<file path=ppt/slides/_rels/slide2.xml.rels><?xml version="1.0"?><Relationships xmlns="http://schemas.openxmlformats.org/package/2006/relationships"><Relationship Id="rId1" Type="http://schemas.openxmlformats.org/officeDocument/2006/relationships/image" Target="../media/deck.svg"/></Relationships>
</file>

<file path=ppt/slides/_rels/slide3.xml.rels><?xml version="1.0"?><Relationships xmlns="http://schemas.openxmlformats.org/package/2006/relationships"><Relationship Id="rId1" Type="http://schemas.openxmlformats.org/officeDocument/2006/relationships/image" Target="../media/deck.svg"/></Relationships>
</file>

<file path=ppt/slides/_rels/slide4.xml.rels><?xml version="1.0"?><Relationships xmlns="http://schemas.openxmlformats.org/package/2006/relationships"><Relationship Id="rId1" Type="http://schemas.openxmlformats.org/officeDocument/2006/relationships/image" Target="../media/deck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al"/>
          <p:cNvPicPr/>
          <p:nvPr/>
        </p:nvPicPr>
        <p:blipFill>
          <a:blip r:embed="rId1"/>
          <a:srcRect t="0" b="7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al"/>
          <p:cNvPicPr/>
          <p:nvPr/>
        </p:nvPicPr>
        <p:blipFill>
          <a:blip r:embed="rId1"/>
          <a:srcRect t="25000" b="50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al"/>
          <p:cNvPicPr/>
          <p:nvPr/>
        </p:nvPicPr>
        <p:blipFill>
          <a:blip r:embed="rId1"/>
          <a:srcRect t="50000" b="250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visual"/>
          <p:cNvPicPr/>
          <p:nvPr/>
        </p:nvPicPr>
        <p:blipFill>
          <a:blip r:embed="rId1"/>
          <a:srcRect t="75000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</p:sld>
</file>