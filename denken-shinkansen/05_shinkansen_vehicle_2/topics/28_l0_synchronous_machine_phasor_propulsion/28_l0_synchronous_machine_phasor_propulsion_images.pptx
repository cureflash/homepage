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32104"/>
            <a:ext cx="11155680" cy="36576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92240"/>
            <a:ext cx="9784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数値例は教材用仮定値。L0系の未確認実車 X_s・E・δ・P・Q・F・η を真値化しない。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28  L0系②：同期機のフェーザと推進力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電験二種「機械」：フェーザ → P・Q → 負荷角 → 電力角特性 → 推進力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554480" cy="749808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D881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824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フェーザ</a:t>
            </a:r>
            <a:endParaRPr lang="en-US" sz="1310" dirty="0"/>
          </a:p>
        </p:txBody>
      </p:sp>
      <p:sp>
        <p:nvSpPr>
          <p:cNvPr id="6" name="Shape 4"/>
          <p:cNvSpPr/>
          <p:nvPr/>
        </p:nvSpPr>
        <p:spPr>
          <a:xfrm>
            <a:off x="2212848" y="1837944"/>
            <a:ext cx="53035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1463040"/>
            <a:ext cx="1554480" cy="749808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2D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824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E・Xₛ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4361688" y="1837944"/>
            <a:ext cx="53035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1463040"/>
            <a:ext cx="1554480" cy="749808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359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824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負荷角 δ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6510528" y="1837944"/>
            <a:ext cx="53035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1463040"/>
            <a:ext cx="1554480" cy="749808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378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6824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P・Q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8659368" y="1837944"/>
            <a:ext cx="53035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463040"/>
            <a:ext cx="1554480" cy="749808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775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6824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推進力 F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713232" y="2633472"/>
            <a:ext cx="5138928" cy="2560320"/>
          </a:xfrm>
          <a:prstGeom prst="roundRect">
            <a:avLst>
              <a:gd name="adj" fmla="val 178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633472"/>
            <a:ext cx="73152" cy="256032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73405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L0系との接続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77824" y="3090672"/>
            <a:ext cx="4864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一次資料で確認済みなのは、ガイドウェイ推進コイルへ三相交流を供給し、移動磁界と車上超電導磁石の吸引・反発で推進する原理まで。</a:t>
            </a:r>
            <a:endParaRPr lang="en-US" sz="1240" dirty="0"/>
          </a:p>
          <a:p>
            <a:pPr algn="l" indent="0" marL="0">
              <a:buNone/>
            </a:pP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 Xₛ・E・δ・P・Q・F・η は公開一次資料で確認していないため、教材値を実車真値として扱わない。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236208" y="2633472"/>
            <a:ext cx="5102352" cy="2560320"/>
          </a:xfrm>
          <a:prstGeom prst="roundRect">
            <a:avLst>
              <a:gd name="adj" fmla="val 178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633472"/>
            <a:ext cx="73152" cy="256032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73405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このTopicの試験ゲート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0" y="3090672"/>
            <a:ext cx="4828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固定過去問：5問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一次：R4 機械 問1 — 5要素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二次：R7 / R5 / H29 / H27 機械・制御 — 22要素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合計：27答案要素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SPEC必須8項目・指定3可視化を全件接続する。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658368" y="57790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21 H26二次 問1(4)の 48.1 / 48.0 N·m は過去問固有丸め差。一般式 P=Tω、ω=2πN/60 は変更しない。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指定可視化：発電機と電動機のフェーザ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Vを基準に、Iを力率角で置き、jXₛIを90°回してからEを作る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5440680" cy="36118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4370832"/>
            <a:ext cx="4754880" cy="0"/>
          </a:xfrm>
          <a:prstGeom prst="line">
            <a:avLst/>
          </a:prstGeom>
          <a:noFill/>
          <a:ln w="8890">
            <a:solidFill>
              <a:srgbClr val="69717C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9848" y="4370832"/>
            <a:ext cx="0" cy="-2788920"/>
          </a:xfrm>
          <a:prstGeom prst="line">
            <a:avLst/>
          </a:prstGeom>
          <a:noFill/>
          <a:ln w="8890">
            <a:solidFill>
              <a:srgbClr val="69717C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69848" y="4370832"/>
            <a:ext cx="1353312" cy="0"/>
          </a:xfrm>
          <a:prstGeom prst="line">
            <a:avLst/>
          </a:prstGeom>
          <a:noFill/>
          <a:ln w="29210">
            <a:solidFill>
              <a:srgbClr val="2D69AA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468880" y="4251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69848" y="4370832"/>
            <a:ext cx="870164" cy="405764"/>
          </a:xfrm>
          <a:prstGeom prst="line">
            <a:avLst/>
          </a:prstGeom>
          <a:noFill/>
          <a:ln w="25400">
            <a:solidFill>
              <a:srgbClr val="D8813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67444" y="46668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81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4370832"/>
            <a:ext cx="367120" cy="-787291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69848" y="4370832"/>
            <a:ext cx="1720432" cy="-787291"/>
          </a:xfrm>
          <a:prstGeom prst="line">
            <a:avLst/>
          </a:prstGeom>
          <a:noFill/>
          <a:ln w="29210">
            <a:solidFill>
              <a:srgbClr val="7758A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78120" y="373029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4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+jXₛI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17712" y="346466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758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135331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発電機：E = V + jXₛI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1344" y="1261872"/>
            <a:ext cx="5440680" cy="36118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4370832"/>
            <a:ext cx="4754880" cy="0"/>
          </a:xfrm>
          <a:prstGeom prst="line">
            <a:avLst/>
          </a:prstGeom>
          <a:noFill/>
          <a:ln w="8890">
            <a:solidFill>
              <a:srgbClr val="69717C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684264" y="4370832"/>
            <a:ext cx="0" cy="-2788920"/>
          </a:xfrm>
          <a:prstGeom prst="line">
            <a:avLst/>
          </a:prstGeom>
          <a:noFill/>
          <a:ln w="8890">
            <a:solidFill>
              <a:srgbClr val="69717C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684264" y="4370832"/>
            <a:ext cx="1353312" cy="0"/>
          </a:xfrm>
          <a:prstGeom prst="line">
            <a:avLst/>
          </a:prstGeom>
          <a:noFill/>
          <a:ln w="29210">
            <a:solidFill>
              <a:srgbClr val="2D69A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083296" y="4251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84264" y="4370832"/>
            <a:ext cx="870164" cy="405764"/>
          </a:xfrm>
          <a:prstGeom prst="line">
            <a:avLst/>
          </a:prstGeom>
          <a:noFill/>
          <a:ln w="25400">
            <a:solidFill>
              <a:srgbClr val="D8813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81860" y="46668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81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37576" y="4370832"/>
            <a:ext cx="-367120" cy="787291"/>
          </a:xfrm>
          <a:prstGeom prst="line">
            <a:avLst/>
          </a:prstGeom>
          <a:noFill/>
          <a:ln w="25400">
            <a:solidFill>
              <a:srgbClr val="3784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84264" y="4370832"/>
            <a:ext cx="986192" cy="787291"/>
          </a:xfrm>
          <a:prstGeom prst="line">
            <a:avLst/>
          </a:prstGeom>
          <a:noFill/>
          <a:ln w="29210">
            <a:solidFill>
              <a:srgbClr val="7758A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25416" y="451759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4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−jXₛI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97888" y="5039251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758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45936" y="135331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電動機：E = V − jXₛI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3474720" cy="8686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120640"/>
            <a:ext cx="73152" cy="868680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221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符号の起点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04672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発電機：電流を機外へ正</a:t>
            </a:r>
            <a:endParaRPr lang="en-US" sz="1090" dirty="0"/>
          </a:p>
          <a:p>
            <a:pPr algn="l" indent="0" marL="0">
              <a:buNone/>
            </a:pPr>
            <a:r>
              <a:rPr lang="en-US" sz="109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電動機：電流を機内へ正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4315968" y="5120640"/>
            <a:ext cx="3474720" cy="8686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5968" y="5120640"/>
            <a:ext cx="73152" cy="868680"/>
          </a:xfrm>
          <a:prstGeom prst="rect">
            <a:avLst/>
          </a:prstGeom>
          <a:solidFill>
            <a:srgbClr val="3599BC"/>
          </a:solidFill>
          <a:ln w="12700">
            <a:solidFill>
              <a:srgbClr val="3599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5221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負荷角 δ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48056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VとEの位相差。発電機では通常Eが進み、電動機では遅れる。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991856" y="5120640"/>
            <a:ext cx="3474720" cy="868680"/>
          </a:xfrm>
          <a:prstGeom prst="roundRect">
            <a:avLst>
              <a:gd name="adj" fmla="val 526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91856" y="5120640"/>
            <a:ext cx="73152" cy="868680"/>
          </a:xfrm>
          <a:prstGeom prst="rect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6448" y="5221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頻出ミス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156448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発電機式を電動機へ流用しない。力率角とδを混同しない。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有効電力 P と無効電力 Q を分ける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円筒形・定常・平衡三相・電機子抵抗無視の基本モデル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73152" cy="443484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35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発電機：E=V+jXₛI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I=(E−V)/(jXₛ)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S=3VI* = P+jQ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= 3VE/Xₛ · sinδ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 = 3[(VE/Xₛ)cosδ − V²/Xₛ]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p.u.：P=VE/Xₛ·sinδ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234440"/>
            <a:ext cx="3520440" cy="4434840"/>
          </a:xfrm>
          <a:prstGeom prst="roundRect">
            <a:avLst>
              <a:gd name="adj" fmla="val 1299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234440"/>
            <a:ext cx="73152" cy="443484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3350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役割分離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3246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有効電力 P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・主に機械入力 / 機械負荷とδ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・負荷角が増えると基本モデルではPが増える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無効電力 Q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・主に界磁 / Eと力率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・過励磁 / 不足励磁の判別へ接続</a:t>
            </a:r>
            <a:endParaRPr lang="en-US" sz="1260" dirty="0"/>
          </a:p>
          <a:p>
            <a:pPr algn="l" indent="0" marL="0">
              <a:buNone/>
            </a:pP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並行運転ではPとQを同じつまみで考えない。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8019288" y="123444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9288" y="1234440"/>
            <a:ext cx="73152" cy="4434840"/>
          </a:xfrm>
          <a:prstGeom prst="rect">
            <a:avLst/>
          </a:prstGeom>
          <a:solidFill>
            <a:srgbClr val="7758A6"/>
          </a:solidFill>
          <a:ln w="12700">
            <a:solidFill>
              <a:srgbClr val="775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335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数値処理の順序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83880" y="1691640"/>
            <a:ext cx="3291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Vを0°基準に置く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Iを力率角θで複素数化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±jXₛIを加減算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|E| と arg(E)=δ を求める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P・Qを計算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力率 / 電圧変動率 / 安定余裕を検算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固定R7・R5・H29二次型に直結。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13232" y="5907024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Qの正負は電流方向・電力流入規約で変わる。式だけを切り離して暗記しない。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指定可視化：電力角特性と負荷角―出力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教材仮定：V=1.0 p.u., E=1.6 p.u., Xₛ=0.8 p.u. → Pmax=2.0 p.u.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5422392"/>
            <a:ext cx="5715000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tru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51560" y="5422392"/>
            <a:ext cx="0" cy="-3959352"/>
          </a:xfrm>
          <a:prstGeom prst="line">
            <a:avLst/>
          </a:prstGeom>
          <a:noFill/>
          <a:ln w="13970">
            <a:solidFill>
              <a:srgbClr val="69717C"/>
            </a:solidFill>
            <a:prstDash val="tru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623560" y="5550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 [°]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[p.u.]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10515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686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-90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040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8211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-60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565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7736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-30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9090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7261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615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46786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8140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6311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0" cy="3959352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583680" y="54589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51560" y="5422392"/>
            <a:ext cx="5715000" cy="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51560" y="4432554"/>
            <a:ext cx="5715000" cy="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48640" y="435940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51560" y="3442716"/>
            <a:ext cx="5715000" cy="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8640" y="33695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51560" y="2452878"/>
            <a:ext cx="5715000" cy="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48640" y="237972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51560" y="1463040"/>
            <a:ext cx="5715000" cy="0"/>
          </a:xfrm>
          <a:prstGeom prst="line">
            <a:avLst/>
          </a:prstGeom>
          <a:noFill/>
          <a:ln w="6350">
            <a:solidFill>
              <a:srgbClr val="DBE2EA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48640" y="1389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51560" y="5422392"/>
            <a:ext cx="95250" cy="-2713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146810" y="5419679"/>
            <a:ext cx="95250" cy="-8132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242060" y="5411547"/>
            <a:ext cx="95250" cy="-1352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337310" y="5398019"/>
            <a:ext cx="95250" cy="-1888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432560" y="5379131"/>
            <a:ext cx="95250" cy="-24195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527810" y="5354936"/>
            <a:ext cx="95250" cy="-2943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623060" y="5325500"/>
            <a:ext cx="95250" cy="-3459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718310" y="5290903"/>
            <a:ext cx="95250" cy="-39663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813560" y="5251240"/>
            <a:ext cx="95250" cy="-44620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908810" y="5206620"/>
            <a:ext cx="95250" cy="-49455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004060" y="5157166"/>
            <a:ext cx="95250" cy="-5415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099310" y="5103012"/>
            <a:ext cx="95250" cy="-5870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194560" y="5044308"/>
            <a:ext cx="95250" cy="-6309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289810" y="4981213"/>
            <a:ext cx="95250" cy="-6731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2385060" y="4913902"/>
            <a:ext cx="95250" cy="-7134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2480310" y="4842558"/>
            <a:ext cx="95250" cy="-7518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575560" y="4767378"/>
            <a:ext cx="95250" cy="-7881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670810" y="4688566"/>
            <a:ext cx="95250" cy="-8222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2766060" y="4606340"/>
            <a:ext cx="95250" cy="-8541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861310" y="4520925"/>
            <a:ext cx="95250" cy="-8837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2956560" y="4432554"/>
            <a:ext cx="95250" cy="-9108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3051810" y="4341470"/>
            <a:ext cx="95250" cy="-935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3147060" y="4247923"/>
            <a:ext cx="95250" cy="-9575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3242310" y="4152168"/>
            <a:ext cx="95250" cy="-97699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337560" y="4054470"/>
            <a:ext cx="95250" cy="-9937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3432810" y="3955094"/>
            <a:ext cx="95250" cy="-100780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3528060" y="3854314"/>
            <a:ext cx="95250" cy="-10190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3623310" y="3752406"/>
            <a:ext cx="95250" cy="-10275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3718560" y="3649648"/>
            <a:ext cx="95250" cy="-10332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3813810" y="3546324"/>
            <a:ext cx="95250" cy="-10360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3909060" y="3442716"/>
            <a:ext cx="95250" cy="-10360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4004310" y="3339108"/>
            <a:ext cx="95250" cy="-10332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4099560" y="3235784"/>
            <a:ext cx="95250" cy="-10275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4194810" y="3133026"/>
            <a:ext cx="95250" cy="-10190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4290060" y="3031118"/>
            <a:ext cx="95250" cy="-100780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4385310" y="2930338"/>
            <a:ext cx="95250" cy="-9937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4480560" y="2830962"/>
            <a:ext cx="95250" cy="-97699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4575810" y="2733264"/>
            <a:ext cx="95250" cy="-9575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4671060" y="2637509"/>
            <a:ext cx="95250" cy="-9354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4766310" y="2543962"/>
            <a:ext cx="95250" cy="-9108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4861560" y="2452878"/>
            <a:ext cx="95250" cy="-8837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4956810" y="2364507"/>
            <a:ext cx="95250" cy="-8541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5052060" y="2279092"/>
            <a:ext cx="95250" cy="-8222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5147310" y="2196866"/>
            <a:ext cx="95250" cy="-7881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5242560" y="2118054"/>
            <a:ext cx="95250" cy="-7518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5337810" y="2042874"/>
            <a:ext cx="95250" cy="-7134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5433060" y="1971530"/>
            <a:ext cx="95250" cy="-67311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5528310" y="1904219"/>
            <a:ext cx="95250" cy="-6309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5623560" y="1841124"/>
            <a:ext cx="95250" cy="-5870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5718810" y="1782420"/>
            <a:ext cx="95250" cy="-54154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5814060" y="1728266"/>
            <a:ext cx="95250" cy="-49455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5909310" y="1678812"/>
            <a:ext cx="95250" cy="-44620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6004560" y="1634192"/>
            <a:ext cx="95250" cy="-39663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6099810" y="1594529"/>
            <a:ext cx="95250" cy="-34597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6195060" y="1559932"/>
            <a:ext cx="95250" cy="-29436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6290310" y="1530496"/>
            <a:ext cx="95250" cy="-24195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6385560" y="1506301"/>
            <a:ext cx="95250" cy="-1888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6480810" y="1487413"/>
            <a:ext cx="95250" cy="-13528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6576060" y="1473885"/>
            <a:ext cx="95250" cy="-8132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6671310" y="1465753"/>
            <a:ext cx="95250" cy="-2713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6729984" y="1426464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52160" y="115214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Pmax=2.0</a:t>
            </a:r>
            <a:endParaRPr lang="en-US" sz="860" dirty="0"/>
          </a:p>
        </p:txBody>
      </p:sp>
      <p:sp>
        <p:nvSpPr>
          <p:cNvPr id="94" name="Shape 92"/>
          <p:cNvSpPr/>
          <p:nvPr/>
        </p:nvSpPr>
        <p:spPr>
          <a:xfrm>
            <a:off x="3909060" y="1463040"/>
            <a:ext cx="0" cy="3959352"/>
          </a:xfrm>
          <a:prstGeom prst="line">
            <a:avLst/>
          </a:prstGeom>
          <a:noFill/>
          <a:ln w="10160">
            <a:solidFill>
              <a:srgbClr val="69717C"/>
            </a:solidFill>
            <a:prstDash val="dash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7242048" y="1298448"/>
            <a:ext cx="4370832" cy="2148840"/>
          </a:xfrm>
          <a:prstGeom prst="roundRect">
            <a:avLst>
              <a:gd name="adj" fmla="val 212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42048" y="1298448"/>
            <a:ext cx="73152" cy="214884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06640" y="13990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電力角特性</a:t>
            </a:r>
            <a:endParaRPr lang="en-US" sz="1550" dirty="0"/>
          </a:p>
        </p:txBody>
      </p:sp>
      <p:sp>
        <p:nvSpPr>
          <p:cNvPr id="98" name="Text 96"/>
          <p:cNvSpPr/>
          <p:nvPr/>
        </p:nvSpPr>
        <p:spPr>
          <a:xfrm>
            <a:off x="7406640" y="1755648"/>
            <a:ext cx="4096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= Pmax sinδ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Pmax = VE/Xₛ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δ=30° → P=1.00 p.u.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δ≈36.87° → P=1.20 p.u.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δ=60° → P≈1.73 p.u.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δ=90° → P=2.00 p.u.</a:t>
            </a:r>
            <a:endParaRPr lang="en-US" sz="1320" dirty="0"/>
          </a:p>
        </p:txBody>
      </p:sp>
      <p:sp>
        <p:nvSpPr>
          <p:cNvPr id="99" name="Shape 97"/>
          <p:cNvSpPr/>
          <p:nvPr/>
        </p:nvSpPr>
        <p:spPr>
          <a:xfrm>
            <a:off x="7242048" y="3675888"/>
            <a:ext cx="4370832" cy="2148840"/>
          </a:xfrm>
          <a:prstGeom prst="roundRect">
            <a:avLst>
              <a:gd name="adj" fmla="val 212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42048" y="3675888"/>
            <a:ext cx="73152" cy="2148840"/>
          </a:xfrm>
          <a:prstGeom prst="rect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06640" y="37764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安定限界の読み方</a:t>
            </a:r>
            <a:endParaRPr lang="en-US" sz="1550" dirty="0"/>
          </a:p>
        </p:txBody>
      </p:sp>
      <p:sp>
        <p:nvSpPr>
          <p:cNvPr id="102" name="Text 100"/>
          <p:cNvSpPr/>
          <p:nvPr/>
        </p:nvSpPr>
        <p:spPr>
          <a:xfrm>
            <a:off x="7406640" y="4133088"/>
            <a:ext cx="4096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理想基本式では|δ|=90°付近が静的最大点。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E↑ / V↑ → Pmax↑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Xₛ↑ → Pmax↓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実機限界は過渡安定度・制御・電流・電圧・温度・保護でも制限される。90°をL0系実機許容角と解釈しない。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固定5問・27答案要素への接続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一次5要素＋二次22要素。教材外知識で補わず解ける状態を作る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3950208" y="10789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28で再利用する論点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0607040" y="1078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要素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00232" cy="621792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B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63040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 一次 機械 問1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3950208" y="1463040"/>
            <a:ext cx="6400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並行運転：位相・界磁・無効横流・同期化電流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98480" y="146304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130552"/>
            <a:ext cx="1100023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21992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 二次 機械・制御 問1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3950208" y="2221992"/>
            <a:ext cx="6400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電動機フェーザ、E=V−jXₛI、負荷角、同期調相機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698480" y="2221992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889504"/>
            <a:ext cx="11000232" cy="621792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B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980944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 二次 機械・制御 問1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3950208" y="2980944"/>
            <a:ext cx="6400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発電機フェーザ、P=(VE/Xₛ)sinδ、安定限界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98480" y="2980944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648456"/>
            <a:ext cx="1100023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739896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H29 二次 機械・制御 問1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3950208" y="3739896"/>
            <a:ext cx="6400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電圧変動率、力率、Xₛ、E、δ、出力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0" y="373989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407408"/>
            <a:ext cx="11000232" cy="621792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B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498848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H27 二次 機械・制御 問1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3950208" y="4498848"/>
            <a:ext cx="6400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sinδ型出力、回路条件変更、端子電圧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98480" y="449884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3429000" cy="7315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394960"/>
            <a:ext cx="73152" cy="73152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5495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答案要素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04672" y="58521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 5 / 5　　二次 22 / 22　　合計 27 / 27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4297680" y="5394960"/>
            <a:ext cx="3429000" cy="7315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5394960"/>
            <a:ext cx="73152" cy="731520"/>
          </a:xfrm>
          <a:prstGeom prst="rect">
            <a:avLst/>
          </a:prstGeom>
          <a:solidFill>
            <a:srgbClr val="3599BC"/>
          </a:solidFill>
          <a:ln w="12700">
            <a:solidFill>
              <a:srgbClr val="3599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5495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SPEC必須8項目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462272" y="58521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フェーザ / E / Xₛ / δ / P-δ / P / Q / 推進力</a:t>
            </a:r>
            <a:endParaRPr lang="en-US" sz="1090" dirty="0"/>
          </a:p>
        </p:txBody>
      </p:sp>
      <p:sp>
        <p:nvSpPr>
          <p:cNvPr id="35" name="Shape 33"/>
          <p:cNvSpPr/>
          <p:nvPr/>
        </p:nvSpPr>
        <p:spPr>
          <a:xfrm>
            <a:off x="7955280" y="5394960"/>
            <a:ext cx="3429000" cy="731520"/>
          </a:xfrm>
          <a:prstGeom prst="roundRect">
            <a:avLst>
              <a:gd name="adj" fmla="val 6250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394960"/>
            <a:ext cx="73152" cy="731520"/>
          </a:xfrm>
          <a:prstGeom prst="rect">
            <a:avLst/>
          </a:prstGeom>
          <a:solidFill>
            <a:srgbClr val="7758A6"/>
          </a:solidFill>
          <a:ln w="12700">
            <a:solidFill>
              <a:srgbClr val="775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54955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指定3可視化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119872" y="58521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フェーザ図 / 電力角特性 / 負荷角―出力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回転同期機の電力をリニア推進力へ接続する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電気有効電力を無条件に推進力へ等置しない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3529584" cy="4526280"/>
          </a:xfrm>
          <a:prstGeom prst="roundRect">
            <a:avLst>
              <a:gd name="adj" fmla="val 1295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61872"/>
            <a:ext cx="73152" cy="4526280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624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接続式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55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機械出力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P_mech = Fv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P_mech / v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効率ηが与えられる教材モデルなら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P_mech = ηP_e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ηP_e / v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損失無視と明示されたときだけη=1と置く。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261872"/>
            <a:ext cx="3529584" cy="4526280"/>
          </a:xfrm>
          <a:prstGeom prst="roundRect">
            <a:avLst>
              <a:gd name="adj" fmla="val 1295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261872"/>
            <a:ext cx="73152" cy="452628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3624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教材用数値例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80560" y="1719072"/>
            <a:ext cx="3255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P_e = 24.3 MW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η = 0.86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 = 139 m/s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P_mech = 0.86×24.3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    ≈ 20.90 MW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20.90×10⁶ / 139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≈ 1.50×10⁵ 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= 150 kN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65008" y="1261872"/>
            <a:ext cx="3529584" cy="4526280"/>
          </a:xfrm>
          <a:prstGeom prst="roundRect">
            <a:avLst>
              <a:gd name="adj" fmla="val 1295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1261872"/>
            <a:ext cx="73152" cy="4526280"/>
          </a:xfrm>
          <a:prstGeom prst="rect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3624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実車境界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0" y="1719072"/>
            <a:ext cx="325526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L0系の公開一次資料で確認済みなのは「三相交流→移動磁界→超電導磁石との吸引・反発による推進」まで。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本例のP_e・η・v・Fは教材仮定値。実車の推進効率・推力・負荷角を示すものではない。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29の浮上・案内系は先取りしない。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76656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最終ゲート：固定5問・27答案要素を教材だけで clean blind 独立再解答し、公式解答と照合して初めて completed。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28 L0系② 同期機のフェーザと推進力</dc:title>
  <dc:subject>Topic 28 L0系② 同期機のフェーザと推進力</dc:subject>
  <dc:creator>OpenAI</dc:creator>
  <cp:lastModifiedBy>OpenAI</cp:lastModifiedBy>
  <cp:revision>1</cp:revision>
  <dcterms:created xsi:type="dcterms:W3CDTF">2026-09-20T02:07:20Z</dcterms:created>
  <dcterms:modified xsi:type="dcterms:W3CDTF">2026-09-20T02:07:20Z</dcterms:modified>
</cp:coreProperties>
</file>