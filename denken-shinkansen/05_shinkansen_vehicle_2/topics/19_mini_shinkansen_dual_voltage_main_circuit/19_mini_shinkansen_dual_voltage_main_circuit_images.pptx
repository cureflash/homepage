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84280" cy="43891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192738"/>
                </a:solidFill>
                <a:latin typeface="Noto Sans CJK JP"/>
              </a:rPr>
              <a:t>Topic 19 複電圧主回路：試験論点を一つの流れで見る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670"/>
                </a:solidFill>
                <a:latin typeface="Noto Sans CJK JP"/>
              </a:rPr>
              <a:t>第二種一次（機械・電力）＋二次（機械・制御）／固定5問・9答案要素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1365992" cy="0"/>
          </a:xfrm>
          <a:prstGeom prst="line">
            <a:avLst/>
          </a:prstGeom>
          <a:ln w="1270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234440"/>
            <a:ext cx="1600200" cy="777240"/>
          </a:xfrm>
          <a:prstGeom prst="roundRect">
            <a:avLst/>
          </a:prstGeom>
          <a:solidFill>
            <a:srgbClr val="DCEA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232A32"/>
                </a:solidFill>
                <a:latin typeface="Noto Sans CJK JP"/>
              </a:rPr>
              <a:t>供給条件
複電圧
V1 が変わる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234440"/>
            <a:ext cx="2011680" cy="7772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32A32"/>
                </a:solidFill>
                <a:latin typeface="Noto Sans CJK JP"/>
              </a:rPr>
              <a:t>主変圧器
a=N1/N2=V1/V2
=I2/I1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234440"/>
            <a:ext cx="1828800" cy="7772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232A32"/>
                </a:solidFill>
                <a:latin typeface="Noto Sans CJK JP"/>
              </a:rPr>
              <a:t>主変換装置
Vo = D Vd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234440"/>
            <a:ext cx="1645920" cy="7772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232A32"/>
                </a:solidFill>
                <a:latin typeface="Noto Sans CJK JP"/>
              </a:rPr>
              <a:t>主負荷
必要な電圧・出力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1627632"/>
            <a:ext cx="274320" cy="0"/>
          </a:xfrm>
          <a:prstGeom prst="line">
            <a:avLst/>
          </a:prstGeom>
          <a:ln w="25400">
            <a:solidFill>
              <a:srgbClr val="275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1627632"/>
            <a:ext cx="274320" cy="0"/>
          </a:xfrm>
          <a:prstGeom prst="line">
            <a:avLst/>
          </a:prstGeom>
          <a:ln w="25400">
            <a:solidFill>
              <a:srgbClr val="275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92240" y="1627632"/>
            <a:ext cx="274320" cy="0"/>
          </a:xfrm>
          <a:prstGeom prst="line">
            <a:avLst/>
          </a:prstGeom>
          <a:ln w="25400">
            <a:solidFill>
              <a:srgbClr val="275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63440" y="2331720"/>
            <a:ext cx="1828800" cy="640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32A32"/>
                </a:solidFill>
                <a:latin typeface="Noto Sans CJK JP"/>
              </a:rPr>
              <a:t>補助電源
補機へ必要条件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2011680"/>
            <a:ext cx="0" cy="320040"/>
          </a:xfrm>
          <a:prstGeom prst="line">
            <a:avLst/>
          </a:prstGeom>
          <a:ln w="25400">
            <a:solidFill>
              <a:srgbClr val="275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" y="3246120"/>
            <a:ext cx="4846320" cy="731520"/>
          </a:xfrm>
          <a:prstGeom prst="roundRect">
            <a:avLst/>
          </a:prstGeom>
          <a:solidFill>
            <a:srgbClr val="DCEA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232A32"/>
                </a:solidFill>
                <a:latin typeface="Noto Sans CJK JP"/>
              </a:rPr>
              <a:t>電源切替（機能ブロック）
供給条件の識別 → 適合する変圧・変換条件の選択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3246120"/>
            <a:ext cx="5440680" cy="731520"/>
          </a:xfrm>
          <a:prstGeom prst="roundRect">
            <a:avLst/>
          </a:prstGeom>
          <a:solidFill>
            <a:srgbClr val="DCEA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232A32"/>
                </a:solidFill>
                <a:latin typeface="Noto Sans CJK JP"/>
              </a:rPr>
              <a:t>絶縁協調
想定過電圧・保護レベル・機器絶縁強度を系統として整合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6052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670"/>
                </a:solidFill>
                <a:latin typeface="Noto Sans CJK JP"/>
              </a:rPr>
              <a:t>※実車の接点構成・切替順序は断定しない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1772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192738"/>
                </a:solidFill>
                <a:latin typeface="Noto Sans CJK JP"/>
              </a:rPr>
              <a:t>固定答案要素の接続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74920"/>
            <a:ext cx="2057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32A32"/>
                </a:solidFill>
                <a:latin typeface="Noto Sans CJK JP"/>
              </a:rPr>
              <a:t>巻数比・電圧比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5955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C6670"/>
                </a:solidFill>
                <a:latin typeface="Noto Sans CJK JP"/>
              </a:rPr>
              <a:t>R5一次 機械 問3 (2)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70632" y="5074920"/>
            <a:ext cx="2057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32A32"/>
                </a:solidFill>
                <a:latin typeface="Noto Sans CJK JP"/>
              </a:rPr>
              <a:t>通流率・出力調整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555955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C6670"/>
                </a:solidFill>
                <a:latin typeface="Noto Sans CJK JP"/>
              </a:rPr>
              <a:t>R5一次 機械 問4 (4)(5)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38344" y="5074920"/>
            <a:ext cx="2057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32A32"/>
                </a:solidFill>
                <a:latin typeface="Noto Sans CJK JP"/>
              </a:rPr>
              <a:t>絶縁協調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555955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C6670"/>
                </a:solidFill>
                <a:latin typeface="Noto Sans CJK JP"/>
              </a:rPr>
              <a:t>R5一次 電力 問6 (3)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06055" y="5074920"/>
            <a:ext cx="2057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32A32"/>
                </a:solidFill>
                <a:latin typeface="Noto Sans CJK JP"/>
              </a:rPr>
              <a:t>タップ切換一般原理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5" y="555955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C6670"/>
                </a:solidFill>
                <a:latin typeface="Noto Sans CJK JP"/>
              </a:rPr>
              <a:t>H25一次 電力 問2 (1)(2)(3)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73768" y="5074920"/>
            <a:ext cx="2057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32A32"/>
                </a:solidFill>
                <a:latin typeface="Noto Sans CJK JP"/>
              </a:rPr>
              <a:t>電圧・電流換算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555955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C6670"/>
                </a:solidFill>
                <a:latin typeface="Noto Sans CJK JP"/>
              </a:rPr>
              <a:t>R5二次 機械・制御 問2 (1)(2)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6473952"/>
            <a:ext cx="969264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Noto Sans CJK JP"/>
              </a:rPr>
              <a:t>教材用一般モデル（未確認の実車仕様は真値化しない）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84280" cy="43891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192738"/>
                </a:solidFill>
                <a:latin typeface="Noto Sans CJK JP"/>
              </a:rPr>
              <a:t>電源電圧―一次電流：同一出力では I1 ∝ 1/V1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670"/>
                </a:solidFill>
                <a:latin typeface="Noto Sans CJK JP"/>
              </a:rPr>
              <a:t>条件：Pout=6.84 MW、η=0.95、cosφ=0.90、単相等価（すべて教材用仮定値）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1365992" cy="0"/>
          </a:xfrm>
          <a:prstGeom prst="line">
            <a:avLst/>
          </a:prstGeom>
          <a:ln w="1270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234440"/>
            <a:ext cx="2926080" cy="457200"/>
          </a:xfrm>
          <a:prstGeom prst="rect">
            <a:avLst/>
          </a:prstGeom>
          <a:solidFill>
            <a:srgbClr val="DCEAF8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92738"/>
                </a:solidFill>
                <a:latin typeface="Noto Sans CJK JP"/>
              </a:rPr>
              <a:t>I1 = Pout /(η V1 cosφ)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37744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232A32"/>
                </a:solidFill>
                <a:latin typeface="Noto Sans CJK JP"/>
              </a:rPr>
              <a:t>条件A → 条件B
10 kV → 800 A
8 kV → 1000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275C9A"/>
                </a:solidFill>
                <a:latin typeface="Noto Sans CJK JP"/>
              </a:rPr>
              <a:t>I1,B / I1,A = 10/8 = 1.25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274320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Noto Sans CJK JP"/>
              </a:rPr>
              <a:t>試験での注意
反比例を使えるのは Pout・η・cosφ が同一のとき。低電圧条件ほど必要電流が増える。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49039" y="5943600"/>
            <a:ext cx="7406641" cy="0"/>
          </a:xfrm>
          <a:prstGeom prst="line">
            <a:avLst/>
          </a:prstGeom>
          <a:ln w="12700">
            <a:solidFill>
              <a:srgbClr val="19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49039" y="1417320"/>
            <a:ext cx="0" cy="4526280"/>
          </a:xfrm>
          <a:prstGeom prst="line">
            <a:avLst/>
          </a:prstGeom>
          <a:ln w="12700">
            <a:solidFill>
              <a:srgbClr val="19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49039" y="5340096"/>
            <a:ext cx="7406641" cy="0"/>
          </a:xfrm>
          <a:prstGeom prst="line">
            <a:avLst/>
          </a:prstGeom>
          <a:ln w="762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82111" y="5230368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400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49039" y="4133087"/>
            <a:ext cx="7406641" cy="0"/>
          </a:xfrm>
          <a:prstGeom prst="line">
            <a:avLst/>
          </a:prstGeom>
          <a:ln w="762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82111" y="4023359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600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49039" y="2926080"/>
            <a:ext cx="7406641" cy="0"/>
          </a:xfrm>
          <a:prstGeom prst="line">
            <a:avLst/>
          </a:prstGeom>
          <a:ln w="762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82111" y="2816352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800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1719072"/>
            <a:ext cx="7406641" cy="0"/>
          </a:xfrm>
          <a:prstGeom prst="line">
            <a:avLst/>
          </a:prstGeom>
          <a:ln w="762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2111" y="1609343"/>
            <a:ext cx="475488" cy="21945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1000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8999" y="60167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C6670"/>
                </a:solidFill>
                <a:latin typeface="Noto Sans CJK JP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60167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C6670"/>
                </a:solidFill>
                <a:latin typeface="Noto Sans CJK JP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6490" y="60167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C6670"/>
                </a:solidFill>
                <a:latin typeface="Noto Sans CJK JP"/>
              </a:rPr>
              <a:t>12.5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60167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C6670"/>
                </a:solidFill>
                <a:latin typeface="Noto Sans CJK JP"/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0167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C6670"/>
                </a:solidFill>
                <a:latin typeface="Noto Sans CJK JP"/>
              </a:rPr>
              <a:t>20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1719072"/>
            <a:ext cx="1234440" cy="1207008"/>
          </a:xfrm>
          <a:prstGeom prst="line">
            <a:avLst/>
          </a:prstGeom>
          <a:ln w="31750">
            <a:solidFill>
              <a:srgbClr val="275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83479" y="2926080"/>
            <a:ext cx="1543050" cy="965606"/>
          </a:xfrm>
          <a:prstGeom prst="line">
            <a:avLst/>
          </a:prstGeom>
          <a:ln w="31750">
            <a:solidFill>
              <a:srgbClr val="275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26529" y="3891686"/>
            <a:ext cx="2160271" cy="844906"/>
          </a:xfrm>
          <a:prstGeom prst="line">
            <a:avLst/>
          </a:prstGeom>
          <a:ln w="31750">
            <a:solidFill>
              <a:srgbClr val="275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86800" y="4736592"/>
            <a:ext cx="2468880" cy="603504"/>
          </a:xfrm>
          <a:prstGeom prst="line">
            <a:avLst/>
          </a:prstGeom>
          <a:ln w="31750">
            <a:solidFill>
              <a:srgbClr val="275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685031" y="1655063"/>
            <a:ext cx="128016" cy="128016"/>
          </a:xfrm>
          <a:prstGeom prst="ellipse">
            <a:avLst/>
          </a:prstGeom>
          <a:solidFill>
            <a:srgbClr val="275C9A"/>
          </a:solidFill>
          <a:ln>
            <a:solidFill>
              <a:srgbClr val="27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19471" y="2862072"/>
            <a:ext cx="128016" cy="128016"/>
          </a:xfrm>
          <a:prstGeom prst="ellipse">
            <a:avLst/>
          </a:prstGeom>
          <a:solidFill>
            <a:srgbClr val="275C9A"/>
          </a:solidFill>
          <a:ln>
            <a:solidFill>
              <a:srgbClr val="27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62521" y="3827678"/>
            <a:ext cx="128016" cy="128016"/>
          </a:xfrm>
          <a:prstGeom prst="ellipse">
            <a:avLst/>
          </a:prstGeom>
          <a:solidFill>
            <a:srgbClr val="275C9A"/>
          </a:solidFill>
          <a:ln>
            <a:solidFill>
              <a:srgbClr val="27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22792" y="4672583"/>
            <a:ext cx="128016" cy="128016"/>
          </a:xfrm>
          <a:prstGeom prst="ellipse">
            <a:avLst/>
          </a:prstGeom>
          <a:solidFill>
            <a:srgbClr val="275C9A"/>
          </a:solidFill>
          <a:ln>
            <a:solidFill>
              <a:srgbClr val="27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1672" y="5276088"/>
            <a:ext cx="128016" cy="128016"/>
          </a:xfrm>
          <a:prstGeom prst="ellipse">
            <a:avLst/>
          </a:prstGeom>
          <a:solidFill>
            <a:srgbClr val="275C9A"/>
          </a:solidFill>
          <a:ln>
            <a:solidFill>
              <a:srgbClr val="27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60807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5C6670"/>
                </a:solidFill>
                <a:latin typeface="Noto Sans CJK JP"/>
              </a:rPr>
              <a:t>V1 [kV]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10515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5C6670"/>
                </a:solidFill>
                <a:latin typeface="Noto Sans CJK JP"/>
              </a:rPr>
              <a:t>I1 [A]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473952"/>
            <a:ext cx="969264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Noto Sans CJK JP"/>
              </a:rPr>
              <a:t>教材用一般モデル（未確認の実車仕様は真値化しない）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84280" cy="43891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192738"/>
                </a:solidFill>
                <a:latin typeface="Noto Sans CJK JP"/>
              </a:rPr>
              <a:t>タップ条件―二次電圧：実効巻数を式へ入れる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670"/>
                </a:solidFill>
                <a:latin typeface="Noto Sans CJK JP"/>
              </a:rPr>
              <a:t>条件：V1=10 kV、N2=200 turn、理想変圧器（教材用一般モデル）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1365992" cy="0"/>
          </a:xfrm>
          <a:prstGeom prst="line">
            <a:avLst/>
          </a:prstGeom>
          <a:ln w="1270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234440"/>
            <a:ext cx="2880360" cy="475488"/>
          </a:xfrm>
          <a:prstGeom prst="rect">
            <a:avLst/>
          </a:prstGeom>
          <a:solidFill>
            <a:srgbClr val="DCEAF8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92738"/>
                </a:solidFill>
                <a:latin typeface="Noto Sans CJK JP"/>
              </a:rPr>
              <a:t>V2 = V1 N2 / N1,tap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260604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232A32"/>
                </a:solidFill>
                <a:latin typeface="Noto Sans CJK JP"/>
              </a:rPr>
              <a:t>向きの確認
N1,tap を減らす → V2 は上がる
N1,tap を増やす → V2 は下がる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63240"/>
            <a:ext cx="292608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232A32"/>
                </a:solidFill>
                <a:latin typeface="Noto Sans CJK JP"/>
              </a:rPr>
              <a:t>H25一次「電力」問2への接続
隣接タップを橋絡すると電位差により循環電流が生じ得る。限流インピーダンスで抑える。
※一般原理であり、実車採用方式とは断定しない。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5852159"/>
            <a:ext cx="6949441" cy="0"/>
          </a:xfrm>
          <a:prstGeom prst="line">
            <a:avLst/>
          </a:prstGeom>
          <a:ln w="12700">
            <a:solidFill>
              <a:srgbClr val="19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77639" y="1417320"/>
            <a:ext cx="0" cy="4434839"/>
          </a:xfrm>
          <a:prstGeom prst="line">
            <a:avLst/>
          </a:prstGeom>
          <a:ln w="12700">
            <a:solidFill>
              <a:srgbClr val="192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77639" y="5852159"/>
            <a:ext cx="6949441" cy="0"/>
          </a:xfrm>
          <a:prstGeom prst="line">
            <a:avLst/>
          </a:prstGeom>
          <a:ln w="762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6159" y="5742431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77639" y="4373880"/>
            <a:ext cx="6949441" cy="0"/>
          </a:xfrm>
          <a:prstGeom prst="line">
            <a:avLst/>
          </a:prstGeom>
          <a:ln w="762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66159" y="426415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77639" y="2895600"/>
            <a:ext cx="6949441" cy="0"/>
          </a:xfrm>
          <a:prstGeom prst="line">
            <a:avLst/>
          </a:prstGeom>
          <a:ln w="762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66159" y="2785872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1417319"/>
            <a:ext cx="6949441" cy="0"/>
          </a:xfrm>
          <a:prstGeom prst="line">
            <a:avLst/>
          </a:prstGeom>
          <a:ln w="762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66159" y="1307591"/>
            <a:ext cx="320040" cy="21945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486911"/>
            <a:ext cx="1005840" cy="2365248"/>
          </a:xfrm>
          <a:prstGeom prst="rect">
            <a:avLst/>
          </a:prstGeom>
          <a:solidFill>
            <a:srgbClr val="275C9A"/>
          </a:solidFill>
          <a:ln>
            <a:solidFill>
              <a:srgbClr val="27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166871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275C9A"/>
                </a:solidFill>
                <a:latin typeface="Noto Sans CJK JP"/>
              </a:rPr>
              <a:t>1.6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92531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000" b="0">
                <a:solidFill>
                  <a:srgbClr val="5C6670"/>
                </a:solidFill>
                <a:latin typeface="Noto Sans CJK JP"/>
              </a:rPr>
              <a:t>1250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895600"/>
            <a:ext cx="1005840" cy="2956559"/>
          </a:xfrm>
          <a:prstGeom prst="rect">
            <a:avLst/>
          </a:prstGeom>
          <a:solidFill>
            <a:srgbClr val="275C9A"/>
          </a:solidFill>
          <a:ln>
            <a:solidFill>
              <a:srgbClr val="27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57556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275C9A"/>
                </a:solidFill>
                <a:latin typeface="Noto Sans CJK JP"/>
              </a:rPr>
              <a:t>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92531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000" b="0">
                <a:solidFill>
                  <a:srgbClr val="5C6670"/>
                </a:solidFill>
                <a:latin typeface="Noto Sans CJK JP"/>
              </a:rPr>
              <a:t>1000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59" y="2156459"/>
            <a:ext cx="1005840" cy="3695700"/>
          </a:xfrm>
          <a:prstGeom prst="rect">
            <a:avLst/>
          </a:prstGeom>
          <a:solidFill>
            <a:srgbClr val="275C9A"/>
          </a:solidFill>
          <a:ln>
            <a:solidFill>
              <a:srgbClr val="275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59" y="1836419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275C9A"/>
                </a:solidFill>
                <a:latin typeface="Noto Sans CJK JP"/>
              </a:rPr>
              <a:t>2.5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592531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000" b="0">
                <a:solidFill>
                  <a:srgbClr val="5C6670"/>
                </a:solidFill>
                <a:latin typeface="Noto Sans CJK JP"/>
              </a:rPr>
              <a:t>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0807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5C6670"/>
                </a:solidFill>
                <a:latin typeface="Noto Sans CJK JP"/>
              </a:rPr>
              <a:t>N1,tap [turn]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10515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000" b="1">
                <a:solidFill>
                  <a:srgbClr val="5C6670"/>
                </a:solidFill>
                <a:latin typeface="Noto Sans CJK JP"/>
              </a:rPr>
              <a:t>V2 [kV]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473952"/>
            <a:ext cx="969264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Noto Sans CJK JP"/>
              </a:rPr>
              <a:t>教材用一般モデル（未確認の実車仕様は真値化しない）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84280" cy="43891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192738"/>
                </a:solidFill>
                <a:latin typeface="Noto Sans CJK JP"/>
              </a:rPr>
              <a:t>同一出力時の電源条件比較：変圧・変換・絶縁を分けて判断する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670"/>
                </a:solidFill>
                <a:latin typeface="Noto Sans CJK JP"/>
              </a:rPr>
              <a:t>固定式系だけで比較。実車定格・実車切替方式はここから決めない。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932688"/>
            <a:ext cx="11365992" cy="0"/>
          </a:xfrm>
          <a:prstGeom prst="line">
            <a:avLst/>
          </a:prstGeom>
          <a:ln w="1270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234440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92738"/>
                </a:solidFill>
                <a:latin typeface="Noto Sans CJK JP"/>
              </a:rPr>
              <a:t>条件A / 条件B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828800" cy="411480"/>
          </a:xfrm>
          <a:prstGeom prst="roundRect">
            <a:avLst/>
          </a:prstGeom>
          <a:solidFill>
            <a:srgbClr val="DCEA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232A32"/>
                </a:solidFill>
                <a:latin typeface="Noto Sans CJK JP"/>
              </a:rPr>
              <a:t>項目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645920"/>
            <a:ext cx="1463040" cy="411480"/>
          </a:xfrm>
          <a:prstGeom prst="roundRect">
            <a:avLst/>
          </a:prstGeom>
          <a:solidFill>
            <a:srgbClr val="DCEA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232A32"/>
                </a:solidFill>
                <a:latin typeface="Noto Sans CJK JP"/>
              </a:rPr>
              <a:t>条件A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645920"/>
            <a:ext cx="1463040" cy="411480"/>
          </a:xfrm>
          <a:prstGeom prst="roundRect">
            <a:avLst/>
          </a:prstGeom>
          <a:solidFill>
            <a:srgbClr val="DCEA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232A32"/>
                </a:solidFill>
                <a:latin typeface="Noto Sans CJK JP"/>
              </a:rPr>
              <a:t>条件B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232A32"/>
                </a:solidFill>
                <a:latin typeface="Noto Sans CJK JP"/>
              </a:rPr>
              <a:t>V1 [kV]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84831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84831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232A32"/>
                </a:solidFill>
                <a:latin typeface="Noto Sans CJK JP"/>
              </a:rPr>
              <a:t>Pout [MW]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560320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6.84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560320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6.84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35808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232A32"/>
                </a:solidFill>
                <a:latin typeface="Noto Sans CJK JP"/>
              </a:rPr>
              <a:t>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035808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0.95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035808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0.95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11296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232A32"/>
                </a:solidFill>
                <a:latin typeface="Noto Sans CJK JP"/>
              </a:rPr>
              <a:t>cosφ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511296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0.90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511296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0.90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86783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232A32"/>
                </a:solidFill>
                <a:latin typeface="Noto Sans CJK JP"/>
              </a:rPr>
              <a:t>I1 [A]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986783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986783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1000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62272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232A32"/>
                </a:solidFill>
                <a:latin typeface="Noto Sans CJK JP"/>
              </a:rPr>
              <a:t>I1/I1,A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462272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462272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1.25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234440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92738"/>
                </a:solidFill>
                <a:latin typeface="Noto Sans CJK JP"/>
              </a:rPr>
              <a:t>主変換装置：目標出力電圧へ調整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783080"/>
            <a:ext cx="2011680" cy="640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32A32"/>
                </a:solidFill>
                <a:latin typeface="Noto Sans CJK JP"/>
              </a:rPr>
              <a:t>条件A
Vd=1200 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1783080"/>
            <a:ext cx="2011680" cy="640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32A32"/>
                </a:solidFill>
                <a:latin typeface="Noto Sans CJK JP"/>
              </a:rPr>
              <a:t>条件B
Vd=900 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0604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275C9A"/>
                </a:solidFill>
                <a:latin typeface="Noto Sans CJK JP"/>
              </a:rPr>
              <a:t>D=720/1200
=0.60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60604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275C9A"/>
                </a:solidFill>
                <a:latin typeface="Noto Sans CJK JP"/>
              </a:rPr>
              <a:t>D=720/900
=0.80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246120"/>
            <a:ext cx="1325880" cy="347472"/>
          </a:xfrm>
          <a:prstGeom prst="rect">
            <a:avLst/>
          </a:prstGeom>
          <a:solidFill>
            <a:srgbClr val="DCEAF8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192738"/>
                </a:solidFill>
                <a:latin typeface="Noto Sans CJK JP"/>
              </a:rPr>
              <a:t>Vo = D Vd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38928"/>
            <a:ext cx="342900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変圧・変換
巻数比・タップ・通流率は所要電圧条件へ合わせる。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138928"/>
            <a:ext cx="342900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絶縁協調
想定過電圧と機器絶縁強度を系統として整合する。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5138928"/>
            <a:ext cx="342900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7E0EA"/>
            </a:solidFill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Noto Sans CJK JP"/>
              </a:rPr>
              <a:t>電源切替
適合する変圧・変換条件を選ぶ機能として扱う。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98932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275C9A"/>
                </a:solidFill>
                <a:latin typeface="Noto Sans CJK JP"/>
              </a:rPr>
              <a:t>3つを一つの未確認実車仕様へ混同しない。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6473952"/>
            <a:ext cx="9692640" cy="16459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Noto Sans CJK JP"/>
              </a:rPr>
              <a:t>教材用一般モデル（未確認の実車仕様は真値化しない）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670"/>
                </a:solidFill>
                <a:latin typeface="Noto Sans CJK JP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