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</p:sldIdLst>
  <p:sldSz cx="12192000" cy="6858000"/>
</p:presentation>
</file>

<file path=ppt/_rels/presentation.xml.rels><?xml version="1.0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00000" y="35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800" b="1"/>
              <a:t>1 速度と磁束の基本式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850000" y="1400000"/>
            <a:ext cx="10400000" cy="4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000" b="0"/>
              <a:t>• Ns=120f/p   N=(1-s)Ns   f2=sf</a:t>
            </a:r>
          </a:p>
          <a:p>
            <a:r>
              <a:rPr lang="ja-JP" sz="2000" b="0"/>
              <a:t>• 固定子から見た回転子磁界: N+sNs=Ns</a:t>
            </a:r>
          </a:p>
          <a:p>
            <a:r>
              <a:rPr lang="ja-JP" sz="2000" b="0"/>
              <a:t>• E≈4.44 f Nw Φ → Φ∝V/f</a:t>
            </a:r>
          </a:p>
          <a:p>
            <a:r>
              <a:rPr lang="ja-JP" sz="2000" b="0"/>
              <a:t>• 50 Hz・400 V・20 ms → 25 Hz・200 V・40 ms</a:t>
            </a:r>
          </a:p>
          <a:p>
            <a:r>
              <a:rPr lang="ja-JP" sz="2000" b="0"/>
              <a:t>• R02一次問3 / R04二次問3 / R02二次問1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00000" y="35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800" b="1"/>
              <a:t>2 定トルク→弱め磁束・定出力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850000" y="1400000"/>
            <a:ext cx="10400000" cy="4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000" b="0"/>
              <a:t>• 基底速度以下: V/f一定 → Φ一定 → ほぼ定トルク</a:t>
            </a:r>
          </a:p>
          <a:p>
            <a:r>
              <a:rPr lang="ja-JP" sz="2000" b="0"/>
              <a:t>• 電圧上限後: V一定・f↑ → V/f↓ → Φ↓</a:t>
            </a:r>
          </a:p>
          <a:p>
            <a:r>
              <a:rPr lang="ja-JP" sz="2000" b="0"/>
              <a:t>• 定出力: P=Tω → T=P/ω</a:t>
            </a:r>
          </a:p>
          <a:p>
            <a:r>
              <a:rPr lang="ja-JP" sz="2000" b="0"/>
              <a:t>• H26一次: 定加速域 V/f一定</a:t>
            </a:r>
          </a:p>
          <a:p>
            <a:r>
              <a:rPr lang="ja-JP" sz="2000" b="0"/>
              <a:t>• H26一次: 定出力域 V一定・IM一定・fs可変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00000" y="35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800" b="1"/>
              <a:t>3 一次電圧制御とV/f制御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850000" y="1400000"/>
            <a:ext cx="10400000" cy="4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000" b="0"/>
              <a:t>• 一次電圧制御: f固定、V変更、T∝V²</a:t>
            </a:r>
          </a:p>
          <a:p>
            <a:r>
              <a:rPr lang="ja-JP" sz="2000" b="0"/>
              <a:t>• 電圧0.8倍 → トルク約0.64倍</a:t>
            </a:r>
          </a:p>
          <a:p>
            <a:r>
              <a:rPr lang="ja-JP" sz="2000" b="0"/>
              <a:t>• 同一負荷なら滑り増→速度低下</a:t>
            </a:r>
          </a:p>
          <a:p>
            <a:r>
              <a:rPr lang="ja-JP" sz="2000" b="0"/>
              <a:t>• V/f制御: Vとfを同じ比率で変更→磁束維持</a:t>
            </a:r>
          </a:p>
          <a:p>
            <a:r>
              <a:rPr lang="ja-JP" sz="2000" b="0"/>
              <a:t>• 周期T=1/f: f半分→周期2倍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00000" y="35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800" b="1"/>
              <a:t>4 ベクトル制御の概念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850000" y="1400000"/>
            <a:ext cx="10400000" cy="4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000" b="0"/>
              <a:t>• V/f: 電圧と周波数を扱うスカラー制御</a:t>
            </a:r>
          </a:p>
          <a:p>
            <a:r>
              <a:rPr lang="ja-JP" sz="2000" b="0"/>
              <a:t>• ベクトル: 電流を磁束成分とトルク成分に分離</a:t>
            </a:r>
          </a:p>
          <a:p>
            <a:r>
              <a:rPr lang="ja-JP" sz="2000" b="0"/>
              <a:t>• d軸=id: 主に磁束   q軸=iq: 主にトルク</a:t>
            </a:r>
          </a:p>
          <a:p>
            <a:r>
              <a:rPr lang="ja-JP" sz="2000" b="0"/>
              <a:t>• H25一次(3)(4) / R02一次(5)</a:t>
            </a:r>
          </a:p>
          <a:p>
            <a:r>
              <a:rPr lang="ja-JP" sz="2000" b="0"/>
              <a:t>• 範囲外: Park/Clarke式・制御器設計・センサレス推定</a:t>
            </a:r>
          </a:p>
        </p:txBody>
      </p:sp>
    </p:spTree>
  </p:cSld>
</p:sld>
</file>