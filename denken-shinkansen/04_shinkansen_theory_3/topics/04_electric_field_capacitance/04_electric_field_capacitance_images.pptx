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11480" y="164592"/>
            <a:ext cx="11338560" cy="594360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/>
            </a:solidFill>
          </a:ln>
        </p:spPr>
        <p:txBody>
          <a:bodyPr lIns="70000" rIns="70000" tIns="40000" bIns="40000" anchor="ctr"/>
          <a:lstStyle/>
          <a:p>
            <a:pPr algn="l"/>
            <a:r>
              <a:rPr lang="ja-JP" sz="2500" b="1">
                <a:solidFill>
                  <a:srgbClr val="2A2A2A"/>
                </a:solidFill>
                <a:latin typeface="Arial"/>
                <a:ea typeface="Yu Gothic"/>
              </a:rPr>
              <a:t>25,000Vでなぜ車体へ電気が飛ばない？</a:t>
            </a:r>
            <a:endParaRPr lang="ja-JP" sz="2500"/>
          </a:p>
        </p:txBody>
      </p:sp>
      <p:sp>
        <p:nvSpPr>
          <p:cNvPr id="3" name="Shape 3"/>
          <p:cNvSpPr/>
          <p:nvPr/>
        </p:nvSpPr>
        <p:spPr>
          <a:xfrm>
            <a:off x="548640" y="1188720"/>
            <a:ext cx="2743200" cy="914400"/>
          </a:xfrm>
          <a:prstGeom prst="roundRect">
            <a:avLst/>
          </a:prstGeom>
          <a:solidFill>
            <a:srgbClr val="FFF0D8"/>
          </a:solidFill>
          <a:ln w="12700">
            <a:solidFill>
              <a:srgbClr val="B48523"/>
            </a:solidFill>
          </a:ln>
        </p:spPr>
        <p:txBody>
          <a:bodyPr lIns="70000" rIns="70000" tIns="40000" bIns="40000" anchor="ctr"/>
          <a:lstStyle/>
          <a:p>
            <a:pPr algn="ctr"/>
            <a:r>
              <a:rPr lang="ja-JP" sz="2000" b="1">
                <a:solidFill>
                  <a:srgbClr val="2A2A2A"/>
                </a:solidFill>
                <a:latin typeface="Arial"/>
                <a:ea typeface="Yu Gothic"/>
              </a:rPr>
              <a:t>架線</a:t>
            </a:r>
            <a:endParaRPr lang="ja-JP" sz="2000"/>
          </a:p>
          <a:p>
            <a:pPr algn="ctr"/>
            <a:r>
              <a:rPr lang="ja-JP" sz="2000" b="1">
                <a:solidFill>
                  <a:srgbClr val="2A2A2A"/>
                </a:solidFill>
                <a:latin typeface="Arial"/>
                <a:ea typeface="Yu Gothic"/>
              </a:rPr>
              <a:t>25 kV</a:t>
            </a:r>
            <a:endParaRPr lang="ja-JP" sz="2000"/>
          </a:p>
        </p:txBody>
      </p:sp>
      <p:cxnSp>
        <p:nvCxnSpPr>
          <p:cNvPr id="4" name="Connector 4"/>
          <p:cNvCxnSpPr/>
          <p:nvPr/>
        </p:nvCxnSpPr>
        <p:spPr>
          <a:xfrm>
            <a:off x="3291840" y="1645920"/>
            <a:ext cx="731520" cy="0"/>
          </a:xfrm>
          <a:prstGeom prst="line">
            <a:avLst/>
          </a:prstGeom>
          <a:ln w="25400">
            <a:solidFill>
              <a:srgbClr val="325F96"/>
            </a:solidFill>
            <a:tailEnd type="none"/>
            <a:headEnd type="triangle"/>
          </a:ln>
        </p:spPr>
      </p:cxnSp>
      <p:sp>
        <p:nvSpPr>
          <p:cNvPr id="5" name="Shape 5"/>
          <p:cNvSpPr/>
          <p:nvPr/>
        </p:nvSpPr>
        <p:spPr>
          <a:xfrm>
            <a:off x="4069080" y="1188720"/>
            <a:ext cx="3108960" cy="914400"/>
          </a:xfrm>
          <a:prstGeom prst="roundRect">
            <a:avLst/>
          </a:prstGeom>
          <a:solidFill>
            <a:srgbClr val="E6EEF7"/>
          </a:solidFill>
          <a:ln w="12700">
            <a:solidFill>
              <a:srgbClr val="325F96"/>
            </a:solidFill>
          </a:ln>
        </p:spPr>
        <p:txBody>
          <a:bodyPr lIns="70000" rIns="70000" tIns="40000" bIns="40000" anchor="ctr"/>
          <a:lstStyle/>
          <a:p>
            <a:pPr algn="ctr"/>
            <a:r>
              <a:rPr lang="ja-JP" sz="1800" b="1">
                <a:solidFill>
                  <a:srgbClr val="2A2A2A"/>
                </a:solidFill>
                <a:latin typeface="Arial"/>
                <a:ea typeface="Yu Gothic"/>
              </a:rPr>
              <a:t>空間・碍子</a:t>
            </a:r>
            <a:endParaRPr lang="ja-JP" sz="1800"/>
          </a:p>
          <a:p>
            <a:pPr algn="ctr"/>
            <a:r>
              <a:rPr lang="ja-JP" sz="1800" b="1">
                <a:solidFill>
                  <a:srgbClr val="2A2A2A"/>
                </a:solidFill>
                <a:latin typeface="Arial"/>
                <a:ea typeface="Yu Gothic"/>
              </a:rPr>
              <a:t>電界を考える</a:t>
            </a:r>
            <a:endParaRPr lang="ja-JP" sz="1800"/>
          </a:p>
        </p:txBody>
      </p:sp>
      <p:cxnSp>
        <p:nvCxnSpPr>
          <p:cNvPr id="6" name="Connector 6"/>
          <p:cNvCxnSpPr/>
          <p:nvPr/>
        </p:nvCxnSpPr>
        <p:spPr>
          <a:xfrm>
            <a:off x="7178040" y="1645920"/>
            <a:ext cx="731520" cy="0"/>
          </a:xfrm>
          <a:prstGeom prst="line">
            <a:avLst/>
          </a:prstGeom>
          <a:ln w="25400">
            <a:solidFill>
              <a:srgbClr val="325F96"/>
            </a:solidFill>
            <a:tailEnd type="none"/>
            <a:headEnd type="triangle"/>
          </a:ln>
        </p:spPr>
      </p:cxnSp>
      <p:sp>
        <p:nvSpPr>
          <p:cNvPr id="7" name="Shape 7"/>
          <p:cNvSpPr/>
          <p:nvPr/>
        </p:nvSpPr>
        <p:spPr>
          <a:xfrm>
            <a:off x="7955279" y="1188720"/>
            <a:ext cx="3566160" cy="914400"/>
          </a:xfrm>
          <a:prstGeom prst="roundRect">
            <a:avLst/>
          </a:prstGeom>
          <a:solidFill>
            <a:srgbClr val="EDF0F1"/>
          </a:solidFill>
          <a:ln w="12700">
            <a:solidFill>
              <a:srgbClr val="6E6E6E"/>
            </a:solidFill>
          </a:ln>
        </p:spPr>
        <p:txBody>
          <a:bodyPr lIns="70000" rIns="70000" tIns="40000" bIns="40000" anchor="ctr"/>
          <a:lstStyle/>
          <a:p>
            <a:pPr algn="ctr"/>
            <a:r>
              <a:rPr lang="ja-JP" sz="1800" b="1">
                <a:solidFill>
                  <a:srgbClr val="2A2A2A"/>
                </a:solidFill>
                <a:latin typeface="Arial"/>
                <a:ea typeface="Yu Gothic"/>
              </a:rPr>
              <a:t>車体・大地</a:t>
            </a:r>
            <a:endParaRPr lang="ja-JP" sz="1800"/>
          </a:p>
          <a:p>
            <a:pPr algn="ctr"/>
            <a:r>
              <a:rPr lang="ja-JP" sz="1800" b="1">
                <a:solidFill>
                  <a:srgbClr val="2A2A2A"/>
                </a:solidFill>
                <a:latin typeface="Arial"/>
                <a:ea typeface="Yu Gothic"/>
              </a:rPr>
              <a:t>基準側</a:t>
            </a:r>
            <a:endParaRPr lang="ja-JP" sz="1800"/>
          </a:p>
        </p:txBody>
      </p:sp>
      <p:sp>
        <p:nvSpPr>
          <p:cNvPr id="8" name="Shape 8"/>
          <p:cNvSpPr/>
          <p:nvPr/>
        </p:nvSpPr>
        <p:spPr>
          <a:xfrm>
            <a:off x="640080" y="2743200"/>
            <a:ext cx="3291840" cy="274320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B9C5D4"/>
            </a:solidFill>
          </a:ln>
        </p:spPr>
        <p:txBody>
          <a:bodyPr lIns="70000" rIns="70000" tIns="40000" bIns="40000" anchor="ctr"/>
          <a:lstStyle/>
          <a:p>
            <a:pPr algn="l"/>
            <a:r>
              <a:rPr lang="ja-JP" sz="1600" b="0">
                <a:solidFill>
                  <a:srgbClr val="2A2A2A"/>
                </a:solidFill>
                <a:latin typeface="Arial"/>
                <a:ea typeface="Yu Gothic"/>
              </a:rPr>
              <a:t>本試験の判断順</a:t>
            </a:r>
            <a:endParaRPr lang="ja-JP" sz="1600"/>
          </a:p>
          <a:p>
            <a:pPr algn="l"/>
            <a:r>
              <a:rPr lang="ja-JP" sz="1600" b="0">
                <a:solidFill>
                  <a:srgbClr val="2A2A2A"/>
                </a:solidFill>
                <a:latin typeface="Arial"/>
                <a:ea typeface="Yu Gothic"/>
              </a:rPr>
              <a:t>① 力か、電位か</a:t>
            </a:r>
            <a:endParaRPr lang="ja-JP" sz="1600"/>
          </a:p>
          <a:p>
            <a:pPr algn="l"/>
            <a:r>
              <a:rPr lang="ja-JP" sz="1600" b="0">
                <a:solidFill>
                  <a:srgbClr val="2A2A2A"/>
                </a:solidFill>
                <a:latin typeface="Arial"/>
                <a:ea typeface="Yu Gothic"/>
              </a:rPr>
              <a:t>② Cの形状・接続</a:t>
            </a:r>
            <a:endParaRPr lang="ja-JP" sz="1600"/>
          </a:p>
          <a:p>
            <a:pPr algn="l"/>
            <a:r>
              <a:rPr lang="ja-JP" sz="1600" b="0">
                <a:solidFill>
                  <a:srgbClr val="2A2A2A"/>
                </a:solidFill>
                <a:latin typeface="Arial"/>
                <a:ea typeface="Yu Gothic"/>
              </a:rPr>
              <a:t>③ V一定か、Q保存か</a:t>
            </a:r>
            <a:endParaRPr lang="ja-JP" sz="1600"/>
          </a:p>
          <a:p>
            <a:pPr algn="l"/>
            <a:r>
              <a:rPr lang="ja-JP" sz="1600" b="0">
                <a:solidFill>
                  <a:srgbClr val="2A2A2A"/>
                </a:solidFill>
                <a:latin typeface="Arial"/>
                <a:ea typeface="Yu Gothic"/>
              </a:rPr>
              <a:t>④ 条件に合うUの式</a:t>
            </a:r>
            <a:endParaRPr lang="ja-JP" sz="1600"/>
          </a:p>
        </p:txBody>
      </p:sp>
      <p:sp>
        <p:nvSpPr>
          <p:cNvPr id="9" name="Shape 9"/>
          <p:cNvSpPr/>
          <p:nvPr/>
        </p:nvSpPr>
        <p:spPr>
          <a:xfrm>
            <a:off x="4434840" y="2743200"/>
            <a:ext cx="3017520" cy="274320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B9C5D4"/>
            </a:solidFill>
          </a:ln>
        </p:spPr>
        <p:txBody>
          <a:bodyPr lIns="70000" rIns="70000" tIns="40000" bIns="40000" anchor="ctr"/>
          <a:lstStyle/>
          <a:p>
            <a:pPr algn="l"/>
            <a:r>
              <a:rPr lang="ja-JP" sz="1500" b="0">
                <a:solidFill>
                  <a:srgbClr val="2A2A2A"/>
                </a:solidFill>
                <a:latin typeface="Arial"/>
                <a:ea typeface="Yu Gothic"/>
              </a:rPr>
              <a:t>固定範囲</a:t>
            </a:r>
            <a:endParaRPr lang="ja-JP" sz="1500"/>
          </a:p>
          <a:p>
            <a:pPr algn="l"/>
            <a:r>
              <a:rPr lang="ja-JP" sz="1500" b="0">
                <a:solidFill>
                  <a:srgbClr val="2A2A2A"/>
                </a:solidFill>
                <a:latin typeface="Arial"/>
                <a:ea typeface="Yu Gothic"/>
              </a:rPr>
              <a:t>電荷／クーロン力</a:t>
            </a:r>
            <a:endParaRPr lang="ja-JP" sz="1500"/>
          </a:p>
          <a:p>
            <a:pPr algn="l"/>
            <a:r>
              <a:rPr lang="ja-JP" sz="1500" b="0">
                <a:solidFill>
                  <a:srgbClr val="2A2A2A"/>
                </a:solidFill>
                <a:latin typeface="Arial"/>
                <a:ea typeface="Yu Gothic"/>
              </a:rPr>
              <a:t>電界・電位・仕事</a:t>
            </a:r>
            <a:endParaRPr lang="ja-JP" sz="1500"/>
          </a:p>
          <a:p>
            <a:pPr algn="l"/>
            <a:r>
              <a:rPr lang="ja-JP" sz="1500" b="0">
                <a:solidFill>
                  <a:srgbClr val="2A2A2A"/>
                </a:solidFill>
                <a:latin typeface="Arial"/>
                <a:ea typeface="Yu Gothic"/>
              </a:rPr>
              <a:t>静電容量・誘電体</a:t>
            </a:r>
            <a:endParaRPr lang="ja-JP" sz="1500"/>
          </a:p>
          <a:p>
            <a:pPr algn="l"/>
            <a:r>
              <a:rPr lang="ja-JP" sz="1500" b="0">
                <a:solidFill>
                  <a:srgbClr val="2A2A2A"/>
                </a:solidFill>
                <a:latin typeface="Arial"/>
                <a:ea typeface="Yu Gothic"/>
              </a:rPr>
              <a:t>直列・並列C</a:t>
            </a:r>
            <a:endParaRPr lang="ja-JP" sz="1500"/>
          </a:p>
          <a:p>
            <a:pPr algn="l"/>
            <a:r>
              <a:rPr lang="ja-JP" sz="1500" b="0">
                <a:solidFill>
                  <a:srgbClr val="2A2A2A"/>
                </a:solidFill>
                <a:latin typeface="Arial"/>
                <a:ea typeface="Yu Gothic"/>
              </a:rPr>
              <a:t>静電エネルギー</a:t>
            </a:r>
            <a:endParaRPr lang="ja-JP" sz="1500"/>
          </a:p>
        </p:txBody>
      </p:sp>
      <p:sp>
        <p:nvSpPr>
          <p:cNvPr id="10" name="Shape 10"/>
          <p:cNvSpPr/>
          <p:nvPr/>
        </p:nvSpPr>
        <p:spPr>
          <a:xfrm>
            <a:off x="7955279" y="2743200"/>
            <a:ext cx="3566160" cy="2743200"/>
          </a:xfrm>
          <a:prstGeom prst="roundRect">
            <a:avLst/>
          </a:prstGeom>
          <a:solidFill>
            <a:srgbClr val="FFF0F0"/>
          </a:solidFill>
          <a:ln w="12700">
            <a:solidFill>
              <a:srgbClr val="A84040"/>
            </a:solidFill>
          </a:ln>
        </p:spPr>
        <p:txBody>
          <a:bodyPr lIns="70000" rIns="70000" tIns="40000" bIns="40000" anchor="ctr"/>
          <a:lstStyle/>
          <a:p>
            <a:pPr algn="l"/>
            <a:r>
              <a:rPr lang="ja-JP" sz="1500" b="0">
                <a:solidFill>
                  <a:srgbClr val="2A2A2A"/>
                </a:solidFill>
                <a:latin typeface="Arial"/>
                <a:ea typeface="Yu Gothic"/>
              </a:rPr>
              <a:t>扱わない</a:t>
            </a:r>
            <a:endParaRPr lang="ja-JP" sz="1500"/>
          </a:p>
          <a:p>
            <a:pPr algn="l"/>
            <a:r>
              <a:rPr lang="ja-JP" sz="1500" b="0">
                <a:solidFill>
                  <a:srgbClr val="2A2A2A"/>
                </a:solidFill>
                <a:latin typeface="Arial"/>
                <a:ea typeface="Yu Gothic"/>
              </a:rPr>
              <a:t>電束密度・ガウス</a:t>
            </a:r>
            <a:endParaRPr lang="ja-JP" sz="1500"/>
          </a:p>
          <a:p>
            <a:pPr algn="l"/>
            <a:r>
              <a:rPr lang="ja-JP" sz="1500" b="0">
                <a:solidFill>
                  <a:srgbClr val="2A2A2A"/>
                </a:solidFill>
                <a:latin typeface="Arial"/>
                <a:ea typeface="Yu Gothic"/>
              </a:rPr>
              <a:t>絶縁破壊・離隔・アーク</a:t>
            </a:r>
            <a:endParaRPr lang="ja-JP" sz="1500"/>
          </a:p>
          <a:p>
            <a:pPr algn="l"/>
            <a:r>
              <a:rPr lang="ja-JP" sz="1500" b="0">
                <a:solidFill>
                  <a:srgbClr val="2A2A2A"/>
                </a:solidFill>
                <a:latin typeface="Arial"/>
                <a:ea typeface="Yu Gothic"/>
              </a:rPr>
              <a:t>RC/RLC・交流位相</a:t>
            </a:r>
            <a:endParaRPr lang="ja-JP" sz="1500"/>
          </a:p>
          <a:p>
            <a:pPr algn="l"/>
            <a:r>
              <a:rPr lang="ja-JP" sz="1500" b="0">
                <a:solidFill>
                  <a:srgbClr val="2A2A2A"/>
                </a:solidFill>
                <a:latin typeface="Arial"/>
                <a:ea typeface="Yu Gothic"/>
              </a:rPr>
              <a:t>未確認の実車数値</a:t>
            </a:r>
            <a:endParaRPr lang="ja-JP" sz="1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11480" y="164592"/>
            <a:ext cx="11338560" cy="594360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/>
            </a:solidFill>
          </a:ln>
        </p:spPr>
        <p:txBody>
          <a:bodyPr lIns="70000" rIns="70000" tIns="40000" bIns="40000" anchor="ctr"/>
          <a:lstStyle/>
          <a:p>
            <a:pPr algn="l"/>
            <a:r>
              <a:rPr lang="ja-JP" sz="2500" b="1">
                <a:solidFill>
                  <a:srgbClr val="2A2A2A"/>
                </a:solidFill>
                <a:latin typeface="Arial"/>
                <a:ea typeface="Yu Gothic"/>
              </a:rPr>
              <a:t>点電荷：力はベクトル、電位はスカラー</a:t>
            </a:r>
            <a:endParaRPr lang="ja-JP" sz="2500"/>
          </a:p>
        </p:txBody>
      </p:sp>
      <p:sp>
        <p:nvSpPr>
          <p:cNvPr id="3" name="Shape 3"/>
          <p:cNvSpPr/>
          <p:nvPr/>
        </p:nvSpPr>
        <p:spPr>
          <a:xfrm>
            <a:off x="594360" y="1143000"/>
            <a:ext cx="5349240" cy="457200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325F96"/>
            </a:solidFill>
          </a:ln>
        </p:spPr>
        <p:txBody>
          <a:bodyPr lIns="70000" rIns="70000" tIns="40000" bIns="40000" anchor="ctr"/>
          <a:lstStyle/>
          <a:p>
            <a:pPr algn="l"/>
            <a:r>
              <a:rPr lang="ja-JP" sz="1800" b="0">
                <a:solidFill>
                  <a:srgbClr val="2A2A2A"/>
                </a:solidFill>
                <a:latin typeface="Arial"/>
                <a:ea typeface="Yu Gothic"/>
              </a:rPr>
              <a:t>クーロン力</a:t>
            </a:r>
            <a:endParaRPr lang="ja-JP" sz="1800"/>
          </a:p>
          <a:p>
            <a:pPr algn="l"/>
            <a:r>
              <a:rPr lang="ja-JP" sz="1800" b="0">
                <a:solidFill>
                  <a:srgbClr val="2A2A2A"/>
                </a:solidFill>
                <a:latin typeface="Arial"/>
                <a:ea typeface="Yu Gothic"/>
              </a:rPr>
              <a:t>F = |Q₁Q₂| / (4πεr²)</a:t>
            </a:r>
            <a:endParaRPr lang="ja-JP" sz="1800"/>
          </a:p>
          <a:p>
            <a:pPr algn="l"/>
            <a:r>
              <a:rPr lang="ja-JP" sz="1800" b="0">
                <a:solidFill>
                  <a:srgbClr val="2A2A2A"/>
                </a:solidFill>
                <a:latin typeface="Arial"/>
                <a:ea typeface="Yu Gothic"/>
              </a:rPr>
              <a:t/>
            </a:r>
            <a:endParaRPr lang="ja-JP" sz="1800"/>
          </a:p>
          <a:p>
            <a:pPr algn="l"/>
            <a:r>
              <a:rPr lang="ja-JP" sz="1800" b="0">
                <a:solidFill>
                  <a:srgbClr val="2A2A2A"/>
                </a:solidFill>
                <a:latin typeface="Arial"/>
                <a:ea typeface="Yu Gothic"/>
              </a:rPr>
              <a:t>同符号→反発　異符号→引力</a:t>
            </a:r>
            <a:endParaRPr lang="ja-JP" sz="1800"/>
          </a:p>
          <a:p>
            <a:pPr algn="l"/>
            <a:r>
              <a:rPr lang="ja-JP" sz="1800" b="0">
                <a:solidFill>
                  <a:srgbClr val="2A2A2A"/>
                </a:solidFill>
                <a:latin typeface="Arial"/>
                <a:ea typeface="Yu Gothic"/>
              </a:rPr>
              <a:t>複数電荷は向きを決めて合成</a:t>
            </a:r>
            <a:endParaRPr lang="ja-JP" sz="1800"/>
          </a:p>
          <a:p>
            <a:pPr algn="l"/>
            <a:r>
              <a:rPr lang="ja-JP" sz="1800" b="0">
                <a:solidFill>
                  <a:srgbClr val="2A2A2A"/>
                </a:solidFill>
                <a:latin typeface="Arial"/>
                <a:ea typeface="Yu Gothic"/>
              </a:rPr>
              <a:t/>
            </a:r>
            <a:endParaRPr lang="ja-JP" sz="1800"/>
          </a:p>
          <a:p>
            <a:pPr algn="l"/>
            <a:r>
              <a:rPr lang="ja-JP" sz="1800" b="0">
                <a:solidFill>
                  <a:srgbClr val="2A2A2A"/>
                </a:solidFill>
                <a:latin typeface="Arial"/>
                <a:ea typeface="Yu Gothic"/>
              </a:rPr>
              <a:t>F ∝ 1/r²</a:t>
            </a:r>
            <a:endParaRPr lang="ja-JP" sz="1800"/>
          </a:p>
          <a:p>
            <a:pPr algn="l"/>
            <a:r>
              <a:rPr lang="ja-JP" sz="1800" b="0">
                <a:solidFill>
                  <a:srgbClr val="2A2A2A"/>
                </a:solidFill>
                <a:latin typeface="Arial"/>
                <a:ea typeface="Yu Gothic"/>
              </a:rPr>
              <a:t/>
            </a:r>
            <a:endParaRPr lang="ja-JP" sz="1800"/>
          </a:p>
          <a:p>
            <a:pPr algn="l"/>
            <a:r>
              <a:rPr lang="ja-JP" sz="1800" b="0">
                <a:solidFill>
                  <a:srgbClr val="2A2A2A"/>
                </a:solidFill>
                <a:latin typeface="Arial"/>
                <a:ea typeface="Yu Gothic"/>
              </a:rPr>
              <a:t>対応: R7下 問2</a:t>
            </a:r>
            <a:endParaRPr lang="ja-JP" sz="1800"/>
          </a:p>
        </p:txBody>
      </p:sp>
      <p:sp>
        <p:nvSpPr>
          <p:cNvPr id="4" name="Shape 4"/>
          <p:cNvSpPr/>
          <p:nvPr/>
        </p:nvSpPr>
        <p:spPr>
          <a:xfrm>
            <a:off x="6217920" y="1143000"/>
            <a:ext cx="5349240" cy="4572000"/>
          </a:xfrm>
          <a:prstGeom prst="roundRect">
            <a:avLst/>
          </a:prstGeom>
          <a:solidFill>
            <a:srgbClr val="F2F9F4"/>
          </a:solidFill>
          <a:ln w="12700">
            <a:solidFill>
              <a:srgbClr val="38785C"/>
            </a:solidFill>
          </a:ln>
        </p:spPr>
        <p:txBody>
          <a:bodyPr lIns="70000" rIns="70000" tIns="40000" bIns="40000" anchor="ctr"/>
          <a:lstStyle/>
          <a:p>
            <a:pPr algn="l"/>
            <a:r>
              <a:rPr lang="ja-JP" sz="1800" b="0">
                <a:solidFill>
                  <a:srgbClr val="2A2A2A"/>
                </a:solidFill>
                <a:latin typeface="Arial"/>
                <a:ea typeface="Yu Gothic"/>
              </a:rPr>
              <a:t>点電荷の電位</a:t>
            </a:r>
            <a:endParaRPr lang="ja-JP" sz="1800"/>
          </a:p>
          <a:p>
            <a:pPr algn="l"/>
            <a:r>
              <a:rPr lang="ja-JP" sz="1800" b="0">
                <a:solidFill>
                  <a:srgbClr val="2A2A2A"/>
                </a:solidFill>
                <a:latin typeface="Arial"/>
                <a:ea typeface="Yu Gothic"/>
              </a:rPr>
              <a:t>V = Q / (4πεr)</a:t>
            </a:r>
            <a:endParaRPr lang="ja-JP" sz="1800"/>
          </a:p>
          <a:p>
            <a:pPr algn="l"/>
            <a:r>
              <a:rPr lang="ja-JP" sz="1800" b="0">
                <a:solidFill>
                  <a:srgbClr val="2A2A2A"/>
                </a:solidFill>
                <a:latin typeface="Arial"/>
                <a:ea typeface="Yu Gothic"/>
              </a:rPr>
              <a:t/>
            </a:r>
            <a:endParaRPr lang="ja-JP" sz="1800"/>
          </a:p>
          <a:p>
            <a:pPr algn="l"/>
            <a:r>
              <a:rPr lang="ja-JP" sz="1800" b="0">
                <a:solidFill>
                  <a:srgbClr val="2A2A2A"/>
                </a:solidFill>
                <a:latin typeface="Arial"/>
                <a:ea typeface="Yu Gothic"/>
              </a:rPr>
              <a:t>電位は方向を持たない</a:t>
            </a:r>
            <a:endParaRPr lang="ja-JP" sz="1800"/>
          </a:p>
          <a:p>
            <a:pPr algn="l"/>
            <a:r>
              <a:rPr lang="ja-JP" sz="1800" b="0">
                <a:solidFill>
                  <a:srgbClr val="2A2A2A"/>
                </a:solidFill>
                <a:latin typeface="Arial"/>
                <a:ea typeface="Yu Gothic"/>
              </a:rPr>
              <a:t>複数電荷は正負込みで代数和</a:t>
            </a:r>
            <a:endParaRPr lang="ja-JP" sz="1800"/>
          </a:p>
          <a:p>
            <a:pPr algn="l"/>
            <a:r>
              <a:rPr lang="ja-JP" sz="1800" b="0">
                <a:solidFill>
                  <a:srgbClr val="2A2A2A"/>
                </a:solidFill>
                <a:latin typeface="Arial"/>
                <a:ea typeface="Yu Gothic"/>
              </a:rPr>
              <a:t>電位差 = 終点 − 始点</a:t>
            </a:r>
            <a:endParaRPr lang="ja-JP" sz="1800"/>
          </a:p>
          <a:p>
            <a:pPr algn="l"/>
            <a:r>
              <a:rPr lang="ja-JP" sz="1800" b="0">
                <a:solidFill>
                  <a:srgbClr val="2A2A2A"/>
                </a:solidFill>
                <a:latin typeface="Arial"/>
                <a:ea typeface="Yu Gothic"/>
              </a:rPr>
              <a:t/>
            </a:r>
            <a:endParaRPr lang="ja-JP" sz="1800"/>
          </a:p>
          <a:p>
            <a:pPr algn="l"/>
            <a:r>
              <a:rPr lang="ja-JP" sz="1800" b="0">
                <a:solidFill>
                  <a:srgbClr val="2A2A2A"/>
                </a:solidFill>
                <a:latin typeface="Arial"/>
                <a:ea typeface="Yu Gothic"/>
              </a:rPr>
              <a:t>V ∝ 1/r</a:t>
            </a:r>
            <a:endParaRPr lang="ja-JP" sz="1800"/>
          </a:p>
          <a:p>
            <a:pPr algn="l"/>
            <a:r>
              <a:rPr lang="ja-JP" sz="1800" b="0">
                <a:solidFill>
                  <a:srgbClr val="2A2A2A"/>
                </a:solidFill>
                <a:latin typeface="Arial"/>
                <a:ea typeface="Yu Gothic"/>
              </a:rPr>
              <a:t/>
            </a:r>
            <a:endParaRPr lang="ja-JP" sz="1800"/>
          </a:p>
          <a:p>
            <a:pPr algn="l"/>
            <a:r>
              <a:rPr lang="ja-JP" sz="1800" b="0">
                <a:solidFill>
                  <a:srgbClr val="2A2A2A"/>
                </a:solidFill>
                <a:latin typeface="Arial"/>
                <a:ea typeface="Yu Gothic"/>
              </a:rPr>
              <a:t>対応: R8上 問2</a:t>
            </a:r>
            <a:endParaRPr lang="ja-JP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11480" y="164592"/>
            <a:ext cx="11338560" cy="594360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/>
            </a:solidFill>
          </a:ln>
        </p:spPr>
        <p:txBody>
          <a:bodyPr lIns="70000" rIns="70000" tIns="40000" bIns="40000" anchor="ctr"/>
          <a:lstStyle/>
          <a:p>
            <a:pPr algn="l"/>
            <a:r>
              <a:rPr lang="ja-JP" sz="2500" b="1">
                <a:solidFill>
                  <a:srgbClr val="2A2A2A"/>
                </a:solidFill>
                <a:latin typeface="Arial"/>
                <a:ea typeface="Yu Gothic"/>
              </a:rPr>
              <a:t>静電容量：形状と誘電率からCを決める</a:t>
            </a:r>
            <a:endParaRPr lang="ja-JP" sz="2500"/>
          </a:p>
        </p:txBody>
      </p:sp>
      <p:sp>
        <p:nvSpPr>
          <p:cNvPr id="3" name="Shape 3"/>
          <p:cNvSpPr/>
          <p:nvPr/>
        </p:nvSpPr>
        <p:spPr>
          <a:xfrm>
            <a:off x="594360" y="1188720"/>
            <a:ext cx="4114800" cy="448056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325F96"/>
            </a:solidFill>
          </a:ln>
        </p:spPr>
        <p:txBody>
          <a:bodyPr lIns="70000" rIns="70000" tIns="40000" bIns="40000" anchor="ctr"/>
          <a:lstStyle/>
          <a:p>
            <a:pPr algn="l"/>
            <a:r>
              <a:rPr lang="ja-JP" sz="1900" b="0">
                <a:solidFill>
                  <a:srgbClr val="2A2A2A"/>
                </a:solidFill>
                <a:latin typeface="Arial"/>
                <a:ea typeface="Yu Gothic"/>
              </a:rPr>
              <a:t>C = Q/V</a:t>
            </a:r>
            <a:endParaRPr lang="ja-JP" sz="1900"/>
          </a:p>
          <a:p>
            <a:pPr algn="l"/>
            <a:r>
              <a:rPr lang="ja-JP" sz="1900" b="0">
                <a:solidFill>
                  <a:srgbClr val="2A2A2A"/>
                </a:solidFill>
                <a:latin typeface="Arial"/>
                <a:ea typeface="Yu Gothic"/>
              </a:rPr>
              <a:t/>
            </a:r>
            <a:endParaRPr lang="ja-JP" sz="1900"/>
          </a:p>
          <a:p>
            <a:pPr algn="l"/>
            <a:r>
              <a:rPr lang="ja-JP" sz="1900" b="0">
                <a:solidFill>
                  <a:srgbClr val="2A2A2A"/>
                </a:solidFill>
                <a:latin typeface="Arial"/>
                <a:ea typeface="Yu Gothic"/>
              </a:rPr>
              <a:t>平行板</a:t>
            </a:r>
            <a:endParaRPr lang="ja-JP" sz="1900"/>
          </a:p>
          <a:p>
            <a:pPr algn="l"/>
            <a:r>
              <a:rPr lang="ja-JP" sz="1900" b="0">
                <a:solidFill>
                  <a:srgbClr val="2A2A2A"/>
                </a:solidFill>
                <a:latin typeface="Arial"/>
                <a:ea typeface="Yu Gothic"/>
              </a:rPr>
              <a:t>C = εS/d</a:t>
            </a:r>
            <a:endParaRPr lang="ja-JP" sz="1900"/>
          </a:p>
          <a:p>
            <a:pPr algn="l"/>
            <a:r>
              <a:rPr lang="ja-JP" sz="1900" b="0">
                <a:solidFill>
                  <a:srgbClr val="2A2A2A"/>
                </a:solidFill>
                <a:latin typeface="Arial"/>
                <a:ea typeface="Yu Gothic"/>
              </a:rPr>
              <a:t>ε = ε₀εᵣ</a:t>
            </a:r>
            <a:endParaRPr lang="ja-JP" sz="1900"/>
          </a:p>
          <a:p>
            <a:pPr algn="l"/>
            <a:r>
              <a:rPr lang="ja-JP" sz="1900" b="0">
                <a:solidFill>
                  <a:srgbClr val="2A2A2A"/>
                </a:solidFill>
                <a:latin typeface="Arial"/>
                <a:ea typeface="Yu Gothic"/>
              </a:rPr>
              <a:t/>
            </a:r>
            <a:endParaRPr lang="ja-JP" sz="1900"/>
          </a:p>
          <a:p>
            <a:pPr algn="l"/>
            <a:r>
              <a:rPr lang="ja-JP" sz="1900" b="0">
                <a:solidFill>
                  <a:srgbClr val="2A2A2A"/>
                </a:solidFill>
                <a:latin typeface="Arial"/>
                <a:ea typeface="Yu Gothic"/>
              </a:rPr>
              <a:t>S↑ → C↑</a:t>
            </a:r>
            <a:endParaRPr lang="ja-JP" sz="1900"/>
          </a:p>
          <a:p>
            <a:pPr algn="l"/>
            <a:r>
              <a:rPr lang="ja-JP" sz="1900" b="0">
                <a:solidFill>
                  <a:srgbClr val="2A2A2A"/>
                </a:solidFill>
                <a:latin typeface="Arial"/>
                <a:ea typeface="Yu Gothic"/>
              </a:rPr>
              <a:t>ε↑ → C↑</a:t>
            </a:r>
            <a:endParaRPr lang="ja-JP" sz="1900"/>
          </a:p>
          <a:p>
            <a:pPr algn="l"/>
            <a:r>
              <a:rPr lang="ja-JP" sz="1900" b="0">
                <a:solidFill>
                  <a:srgbClr val="2A2A2A"/>
                </a:solidFill>
                <a:latin typeface="Arial"/>
                <a:ea typeface="Yu Gothic"/>
              </a:rPr>
              <a:t>d↑ → C↓</a:t>
            </a:r>
            <a:endParaRPr lang="ja-JP" sz="1900"/>
          </a:p>
          <a:p>
            <a:pPr algn="l"/>
            <a:r>
              <a:rPr lang="ja-JP" sz="1900" b="0">
                <a:solidFill>
                  <a:srgbClr val="2A2A2A"/>
                </a:solidFill>
                <a:latin typeface="Arial"/>
                <a:ea typeface="Yu Gothic"/>
              </a:rPr>
              <a:t/>
            </a:r>
            <a:endParaRPr lang="ja-JP" sz="1900"/>
          </a:p>
          <a:p>
            <a:pPr algn="l"/>
            <a:r>
              <a:rPr lang="ja-JP" sz="1900" b="0">
                <a:solidFill>
                  <a:srgbClr val="2A2A2A"/>
                </a:solidFill>
                <a:latin typeface="Arial"/>
                <a:ea typeface="Yu Gothic"/>
              </a:rPr>
              <a:t>対応: R8上 問1</a:t>
            </a:r>
            <a:endParaRPr lang="ja-JP" sz="1900"/>
          </a:p>
        </p:txBody>
      </p:sp>
      <p:sp>
        <p:nvSpPr>
          <p:cNvPr id="4" name="Shape 4"/>
          <p:cNvSpPr/>
          <p:nvPr/>
        </p:nvSpPr>
        <p:spPr>
          <a:xfrm>
            <a:off x="5029200" y="1188720"/>
            <a:ext cx="6263640" cy="4480560"/>
          </a:xfrm>
          <a:prstGeom prst="roundRect">
            <a:avLst/>
          </a:prstGeom>
          <a:solidFill>
            <a:srgbClr val="F2F9F4"/>
          </a:solidFill>
          <a:ln w="12700">
            <a:solidFill>
              <a:srgbClr val="38785C"/>
            </a:solidFill>
          </a:ln>
        </p:spPr>
        <p:txBody>
          <a:bodyPr lIns="70000" rIns="70000" tIns="40000" bIns="40000" anchor="ctr"/>
          <a:lstStyle/>
          <a:p>
            <a:pPr algn="l"/>
            <a:r>
              <a:rPr lang="ja-JP" sz="1800" b="0">
                <a:solidFill>
                  <a:srgbClr val="2A2A2A"/>
                </a:solidFill>
                <a:latin typeface="Arial"/>
                <a:ea typeface="Yu Gothic"/>
              </a:rPr>
              <a:t>誘電体を面積の一部へ挿入</a:t>
            </a:r>
            <a:endParaRPr lang="ja-JP" sz="1800"/>
          </a:p>
          <a:p>
            <a:pPr algn="l"/>
            <a:r>
              <a:rPr lang="ja-JP" sz="1800" b="0">
                <a:solidFill>
                  <a:srgbClr val="2A2A2A"/>
                </a:solidFill>
                <a:latin typeface="Arial"/>
                <a:ea typeface="Yu Gothic"/>
              </a:rPr>
              <a:t/>
            </a:r>
            <a:endParaRPr lang="ja-JP" sz="1800"/>
          </a:p>
          <a:p>
            <a:pPr algn="l"/>
            <a:r>
              <a:rPr lang="ja-JP" sz="1800" b="0">
                <a:solidFill>
                  <a:srgbClr val="2A2A2A"/>
                </a:solidFill>
                <a:latin typeface="Arial"/>
                <a:ea typeface="Yu Gothic"/>
              </a:rPr>
              <a:t>同じ端子電圧を持つ領域へ分ける</a:t>
            </a:r>
            <a:endParaRPr lang="ja-JP" sz="1800"/>
          </a:p>
          <a:p>
            <a:pPr algn="l"/>
            <a:r>
              <a:rPr lang="ja-JP" sz="1800" b="0">
                <a:solidFill>
                  <a:srgbClr val="2A2A2A"/>
                </a:solidFill>
                <a:latin typeface="Arial"/>
                <a:ea typeface="Yu Gothic"/>
              </a:rPr>
              <a:t>　　　　↓</a:t>
            </a:r>
            <a:endParaRPr lang="ja-JP" sz="1800"/>
          </a:p>
          <a:p>
            <a:pPr algn="l"/>
            <a:r>
              <a:rPr lang="ja-JP" sz="1800" b="0">
                <a:solidFill>
                  <a:srgbClr val="2A2A2A"/>
                </a:solidFill>
                <a:latin typeface="Arial"/>
                <a:ea typeface="Yu Gothic"/>
              </a:rPr>
              <a:t>並列コンデンサとして合成</a:t>
            </a:r>
            <a:endParaRPr lang="ja-JP" sz="1800"/>
          </a:p>
          <a:p>
            <a:pPr algn="l"/>
            <a:r>
              <a:rPr lang="ja-JP" sz="1800" b="0">
                <a:solidFill>
                  <a:srgbClr val="2A2A2A"/>
                </a:solidFill>
                <a:latin typeface="Arial"/>
                <a:ea typeface="Yu Gothic"/>
              </a:rPr>
              <a:t/>
            </a:r>
            <a:endParaRPr lang="ja-JP" sz="1800"/>
          </a:p>
          <a:p>
            <a:pPr algn="l"/>
            <a:r>
              <a:rPr lang="ja-JP" sz="1800" b="0">
                <a:solidFill>
                  <a:srgbClr val="2A2A2A"/>
                </a:solidFill>
                <a:latin typeface="Arial"/>
                <a:ea typeface="Yu Gothic"/>
              </a:rPr>
              <a:t>C₁=ε₀(1−f)S/d</a:t>
            </a:r>
            <a:endParaRPr lang="ja-JP" sz="1800"/>
          </a:p>
          <a:p>
            <a:pPr algn="l"/>
            <a:r>
              <a:rPr lang="ja-JP" sz="1800" b="0">
                <a:solidFill>
                  <a:srgbClr val="2A2A2A"/>
                </a:solidFill>
                <a:latin typeface="Arial"/>
                <a:ea typeface="Yu Gothic"/>
              </a:rPr>
              <a:t>C₂=ε₀εᵣfS/d</a:t>
            </a:r>
            <a:endParaRPr lang="ja-JP" sz="1800"/>
          </a:p>
          <a:p>
            <a:pPr algn="l"/>
            <a:r>
              <a:rPr lang="ja-JP" sz="1800" b="0">
                <a:solidFill>
                  <a:srgbClr val="2A2A2A"/>
                </a:solidFill>
                <a:latin typeface="Arial"/>
                <a:ea typeface="Yu Gothic"/>
              </a:rPr>
              <a:t>C=C₁+C₂</a:t>
            </a:r>
            <a:endParaRPr lang="ja-JP" sz="1800"/>
          </a:p>
          <a:p>
            <a:pPr algn="l"/>
            <a:r>
              <a:rPr lang="ja-JP" sz="1800" b="0">
                <a:solidFill>
                  <a:srgbClr val="2A2A2A"/>
                </a:solidFill>
                <a:latin typeface="Arial"/>
                <a:ea typeface="Yu Gothic"/>
              </a:rPr>
              <a:t/>
            </a:r>
            <a:endParaRPr lang="ja-JP" sz="1800"/>
          </a:p>
          <a:p>
            <a:pPr algn="l"/>
            <a:r>
              <a:rPr lang="ja-JP" sz="1800" b="0">
                <a:solidFill>
                  <a:srgbClr val="2A2A2A"/>
                </a:solidFill>
                <a:latin typeface="Arial"/>
                <a:ea typeface="Yu Gothic"/>
              </a:rPr>
              <a:t>対応: R7下 問1</a:t>
            </a:r>
            <a:endParaRPr lang="ja-JP"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11480" y="164592"/>
            <a:ext cx="11338560" cy="594360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/>
            </a:solidFill>
          </a:ln>
        </p:spPr>
        <p:txBody>
          <a:bodyPr lIns="70000" rIns="70000" tIns="40000" bIns="40000" anchor="ctr"/>
          <a:lstStyle/>
          <a:p>
            <a:pPr algn="l"/>
            <a:r>
              <a:rPr lang="ja-JP" sz="2500" b="1">
                <a:solidFill>
                  <a:srgbClr val="2A2A2A"/>
                </a:solidFill>
                <a:latin typeface="Arial"/>
                <a:ea typeface="Yu Gothic"/>
              </a:rPr>
              <a:t>最初に「何が一定か」を判定する</a:t>
            </a:r>
            <a:endParaRPr lang="ja-JP" sz="2500"/>
          </a:p>
        </p:txBody>
      </p:sp>
      <p:sp>
        <p:nvSpPr>
          <p:cNvPr id="3" name="Shape 3"/>
          <p:cNvSpPr/>
          <p:nvPr/>
        </p:nvSpPr>
        <p:spPr>
          <a:xfrm>
            <a:off x="640080" y="1143000"/>
            <a:ext cx="3383280" cy="1280160"/>
          </a:xfrm>
          <a:prstGeom prst="roundRect">
            <a:avLst/>
          </a:prstGeom>
          <a:solidFill>
            <a:srgbClr val="E6EEF7"/>
          </a:solidFill>
          <a:ln w="12700">
            <a:solidFill>
              <a:srgbClr val="325F96"/>
            </a:solidFill>
          </a:ln>
        </p:spPr>
        <p:txBody>
          <a:bodyPr lIns="70000" rIns="70000" tIns="40000" bIns="40000" anchor="ctr"/>
          <a:lstStyle/>
          <a:p>
            <a:pPr algn="ctr"/>
            <a:r>
              <a:rPr lang="ja-JP" sz="1900" b="1">
                <a:solidFill>
                  <a:srgbClr val="2A2A2A"/>
                </a:solidFill>
                <a:latin typeface="Arial"/>
                <a:ea typeface="Yu Gothic"/>
              </a:rPr>
              <a:t>電源につながったまま</a:t>
            </a:r>
            <a:endParaRPr lang="ja-JP" sz="1900"/>
          </a:p>
          <a:p>
            <a:pPr algn="ctr"/>
            <a:r>
              <a:rPr lang="ja-JP" sz="1900" b="1">
                <a:solidFill>
                  <a:srgbClr val="2A2A2A"/>
                </a:solidFill>
                <a:latin typeface="Arial"/>
                <a:ea typeface="Yu Gothic"/>
              </a:rPr>
              <a:t>V 一定</a:t>
            </a:r>
            <a:endParaRPr lang="ja-JP" sz="1900"/>
          </a:p>
        </p:txBody>
      </p:sp>
      <p:sp>
        <p:nvSpPr>
          <p:cNvPr id="4" name="Shape 4"/>
          <p:cNvSpPr/>
          <p:nvPr/>
        </p:nvSpPr>
        <p:spPr>
          <a:xfrm>
            <a:off x="640080" y="2743200"/>
            <a:ext cx="3383280" cy="1280160"/>
          </a:xfrm>
          <a:prstGeom prst="roundRect">
            <a:avLst/>
          </a:prstGeom>
          <a:solidFill>
            <a:srgbClr val="EDF7F0"/>
          </a:solidFill>
          <a:ln w="12700">
            <a:solidFill>
              <a:srgbClr val="38785C"/>
            </a:solidFill>
          </a:ln>
        </p:spPr>
        <p:txBody>
          <a:bodyPr lIns="70000" rIns="70000" tIns="40000" bIns="40000" anchor="ctr"/>
          <a:lstStyle/>
          <a:p>
            <a:pPr algn="ctr"/>
            <a:r>
              <a:rPr lang="ja-JP" sz="1900" b="1">
                <a:solidFill>
                  <a:srgbClr val="2A2A2A"/>
                </a:solidFill>
                <a:latin typeface="Arial"/>
                <a:ea typeface="Yu Gothic"/>
              </a:rPr>
              <a:t>電源から切離し・孤立</a:t>
            </a:r>
            <a:endParaRPr lang="ja-JP" sz="1900"/>
          </a:p>
          <a:p>
            <a:pPr algn="ctr"/>
            <a:r>
              <a:rPr lang="ja-JP" sz="1900" b="1">
                <a:solidFill>
                  <a:srgbClr val="2A2A2A"/>
                </a:solidFill>
                <a:latin typeface="Arial"/>
                <a:ea typeface="Yu Gothic"/>
              </a:rPr>
              <a:t>Q 保存</a:t>
            </a:r>
            <a:endParaRPr lang="ja-JP" sz="1900"/>
          </a:p>
        </p:txBody>
      </p:sp>
      <p:sp>
        <p:nvSpPr>
          <p:cNvPr id="5" name="Shape 5"/>
          <p:cNvSpPr/>
          <p:nvPr/>
        </p:nvSpPr>
        <p:spPr>
          <a:xfrm>
            <a:off x="4389120" y="1143000"/>
            <a:ext cx="2743200" cy="128016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B9C5D4"/>
            </a:solidFill>
          </a:ln>
        </p:spPr>
        <p:txBody>
          <a:bodyPr lIns="70000" rIns="70000" tIns="40000" bIns="40000" anchor="ctr"/>
          <a:lstStyle/>
          <a:p>
            <a:pPr algn="ctr"/>
            <a:r>
              <a:rPr lang="ja-JP" sz="1800" b="0">
                <a:solidFill>
                  <a:srgbClr val="2A2A2A"/>
                </a:solidFill>
                <a:latin typeface="Arial"/>
                <a:ea typeface="Yu Gothic"/>
              </a:rPr>
              <a:t>Cが変化</a:t>
            </a:r>
            <a:endParaRPr lang="ja-JP" sz="1800"/>
          </a:p>
          <a:p>
            <a:pPr algn="ctr"/>
            <a:r>
              <a:rPr lang="ja-JP" sz="1800" b="0">
                <a:solidFill>
                  <a:srgbClr val="2A2A2A"/>
                </a:solidFill>
                <a:latin typeface="Arial"/>
                <a:ea typeface="Yu Gothic"/>
              </a:rPr>
              <a:t>Q=CV が変化</a:t>
            </a:r>
            <a:endParaRPr lang="ja-JP" sz="1800"/>
          </a:p>
        </p:txBody>
      </p:sp>
      <p:sp>
        <p:nvSpPr>
          <p:cNvPr id="6" name="Shape 6"/>
          <p:cNvSpPr/>
          <p:nvPr/>
        </p:nvSpPr>
        <p:spPr>
          <a:xfrm>
            <a:off x="4389120" y="2743200"/>
            <a:ext cx="2743200" cy="128016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B9C5D4"/>
            </a:solidFill>
          </a:ln>
        </p:spPr>
        <p:txBody>
          <a:bodyPr lIns="70000" rIns="70000" tIns="40000" bIns="40000" anchor="ctr"/>
          <a:lstStyle/>
          <a:p>
            <a:pPr algn="ctr"/>
            <a:r>
              <a:rPr lang="ja-JP" sz="1800" b="0">
                <a:solidFill>
                  <a:srgbClr val="2A2A2A"/>
                </a:solidFill>
                <a:latin typeface="Arial"/>
                <a:ea typeface="Yu Gothic"/>
              </a:rPr>
              <a:t>Cが変化</a:t>
            </a:r>
            <a:endParaRPr lang="ja-JP" sz="1800"/>
          </a:p>
          <a:p>
            <a:pPr algn="ctr"/>
            <a:r>
              <a:rPr lang="ja-JP" sz="1800" b="0">
                <a:solidFill>
                  <a:srgbClr val="2A2A2A"/>
                </a:solidFill>
                <a:latin typeface="Arial"/>
                <a:ea typeface="Yu Gothic"/>
              </a:rPr>
              <a:t>V=Q/C が変化</a:t>
            </a:r>
            <a:endParaRPr lang="ja-JP" sz="1800"/>
          </a:p>
        </p:txBody>
      </p:sp>
      <p:sp>
        <p:nvSpPr>
          <p:cNvPr id="7" name="Shape 7"/>
          <p:cNvSpPr/>
          <p:nvPr/>
        </p:nvSpPr>
        <p:spPr>
          <a:xfrm>
            <a:off x="7498079" y="1143000"/>
            <a:ext cx="3840480" cy="4389120"/>
          </a:xfrm>
          <a:prstGeom prst="roundRect">
            <a:avLst/>
          </a:prstGeom>
          <a:solidFill>
            <a:srgbClr val="FFF8E8"/>
          </a:solidFill>
          <a:ln w="12700">
            <a:solidFill>
              <a:srgbClr val="B48523"/>
            </a:solidFill>
          </a:ln>
        </p:spPr>
        <p:txBody>
          <a:bodyPr lIns="70000" rIns="70000" tIns="40000" bIns="40000" anchor="ctr"/>
          <a:lstStyle/>
          <a:p>
            <a:pPr algn="l"/>
            <a:r>
              <a:rPr lang="ja-JP" sz="1800" b="0">
                <a:solidFill>
                  <a:srgbClr val="2A2A2A"/>
                </a:solidFill>
                <a:latin typeface="Arial"/>
                <a:ea typeface="Yu Gothic"/>
              </a:rPr>
              <a:t>例：切離し後に d を2倍</a:t>
            </a:r>
            <a:endParaRPr lang="ja-JP" sz="1800"/>
          </a:p>
          <a:p>
            <a:pPr algn="l"/>
            <a:r>
              <a:rPr lang="ja-JP" sz="1800" b="0">
                <a:solidFill>
                  <a:srgbClr val="2A2A2A"/>
                </a:solidFill>
                <a:latin typeface="Arial"/>
                <a:ea typeface="Yu Gothic"/>
              </a:rPr>
              <a:t/>
            </a:r>
            <a:endParaRPr lang="ja-JP" sz="1800"/>
          </a:p>
          <a:p>
            <a:pPr algn="l"/>
            <a:r>
              <a:rPr lang="ja-JP" sz="1800" b="0">
                <a:solidFill>
                  <a:srgbClr val="2A2A2A"/>
                </a:solidFill>
                <a:latin typeface="Arial"/>
                <a:ea typeface="Yu Gothic"/>
              </a:rPr>
              <a:t>C₁ = C₀/2</a:t>
            </a:r>
            <a:endParaRPr lang="ja-JP" sz="1800"/>
          </a:p>
          <a:p>
            <a:pPr algn="l"/>
            <a:r>
              <a:rPr lang="ja-JP" sz="1800" b="0">
                <a:solidFill>
                  <a:srgbClr val="2A2A2A"/>
                </a:solidFill>
                <a:latin typeface="Arial"/>
                <a:ea typeface="Yu Gothic"/>
              </a:rPr>
              <a:t>Q₁ = Q₀</a:t>
            </a:r>
            <a:endParaRPr lang="ja-JP" sz="1800"/>
          </a:p>
          <a:p>
            <a:pPr algn="l"/>
            <a:r>
              <a:rPr lang="ja-JP" sz="1800" b="0">
                <a:solidFill>
                  <a:srgbClr val="2A2A2A"/>
                </a:solidFill>
                <a:latin typeface="Arial"/>
                <a:ea typeface="Yu Gothic"/>
              </a:rPr>
              <a:t>V₁ = 2V₀</a:t>
            </a:r>
            <a:endParaRPr lang="ja-JP" sz="1800"/>
          </a:p>
          <a:p>
            <a:pPr algn="l"/>
            <a:r>
              <a:rPr lang="ja-JP" sz="1800" b="0">
                <a:solidFill>
                  <a:srgbClr val="2A2A2A"/>
                </a:solidFill>
                <a:latin typeface="Arial"/>
                <a:ea typeface="Yu Gothic"/>
              </a:rPr>
              <a:t/>
            </a:r>
            <a:endParaRPr lang="ja-JP" sz="1800"/>
          </a:p>
          <a:p>
            <a:pPr algn="l"/>
            <a:r>
              <a:rPr lang="ja-JP" sz="1800" b="0">
                <a:solidFill>
                  <a:srgbClr val="2A2A2A"/>
                </a:solidFill>
                <a:latin typeface="Arial"/>
                <a:ea typeface="Yu Gothic"/>
              </a:rPr>
              <a:t>U = Q²/(2C)</a:t>
            </a:r>
            <a:endParaRPr lang="ja-JP" sz="1800"/>
          </a:p>
          <a:p>
            <a:pPr algn="l"/>
            <a:r>
              <a:rPr lang="ja-JP" sz="1800" b="0">
                <a:solidFill>
                  <a:srgbClr val="2A2A2A"/>
                </a:solidFill>
                <a:latin typeface="Arial"/>
                <a:ea typeface="Yu Gothic"/>
              </a:rPr>
              <a:t>→ U₁ = 2U₀</a:t>
            </a:r>
            <a:endParaRPr lang="ja-JP" sz="1800"/>
          </a:p>
          <a:p>
            <a:pPr algn="l"/>
            <a:r>
              <a:rPr lang="ja-JP" sz="1800" b="0">
                <a:solidFill>
                  <a:srgbClr val="2A2A2A"/>
                </a:solidFill>
                <a:latin typeface="Arial"/>
                <a:ea typeface="Yu Gothic"/>
              </a:rPr>
              <a:t/>
            </a:r>
            <a:endParaRPr lang="ja-JP" sz="1800"/>
          </a:p>
          <a:p>
            <a:pPr algn="l"/>
            <a:r>
              <a:rPr lang="ja-JP" sz="1800" b="0">
                <a:solidFill>
                  <a:srgbClr val="2A2A2A"/>
                </a:solidFill>
                <a:latin typeface="Arial"/>
                <a:ea typeface="Yu Gothic"/>
              </a:rPr>
              <a:t>切離し後をV一定にしない</a:t>
            </a:r>
            <a:endParaRPr lang="ja-JP" sz="1800"/>
          </a:p>
          <a:p>
            <a:pPr algn="l"/>
            <a:r>
              <a:rPr lang="ja-JP" sz="1800" b="0">
                <a:solidFill>
                  <a:srgbClr val="2A2A2A"/>
                </a:solidFill>
                <a:latin typeface="Arial"/>
                <a:ea typeface="Yu Gothic"/>
              </a:rPr>
              <a:t>対応: R8上 問1</a:t>
            </a:r>
            <a:endParaRPr lang="ja-JP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11480" y="164592"/>
            <a:ext cx="11338560" cy="594360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/>
            </a:solidFill>
          </a:ln>
        </p:spPr>
        <p:txBody>
          <a:bodyPr lIns="70000" rIns="70000" tIns="40000" bIns="40000" anchor="ctr"/>
          <a:lstStyle/>
          <a:p>
            <a:pPr algn="l"/>
            <a:r>
              <a:rPr lang="ja-JP" sz="2500" b="1">
                <a:solidFill>
                  <a:srgbClr val="2A2A2A"/>
                </a:solidFill>
                <a:latin typeface="Arial"/>
                <a:ea typeface="Yu Gothic"/>
              </a:rPr>
              <a:t>つなぎ替え：極性 → 電荷保存 → 共通電圧</a:t>
            </a:r>
            <a:endParaRPr lang="ja-JP" sz="2500"/>
          </a:p>
        </p:txBody>
      </p:sp>
      <p:sp>
        <p:nvSpPr>
          <p:cNvPr id="3" name="Shape 3"/>
          <p:cNvSpPr/>
          <p:nvPr/>
        </p:nvSpPr>
        <p:spPr>
          <a:xfrm>
            <a:off x="548640" y="1143000"/>
            <a:ext cx="11064240" cy="914400"/>
          </a:xfrm>
          <a:prstGeom prst="roundRect">
            <a:avLst/>
          </a:prstGeom>
          <a:solidFill>
            <a:srgbClr val="E6EEF7"/>
          </a:solidFill>
          <a:ln w="12700">
            <a:solidFill>
              <a:srgbClr val="325F96"/>
            </a:solidFill>
          </a:ln>
        </p:spPr>
        <p:txBody>
          <a:bodyPr lIns="70000" rIns="70000" tIns="40000" bIns="40000" anchor="ctr"/>
          <a:lstStyle/>
          <a:p>
            <a:pPr algn="ctr"/>
            <a:r>
              <a:rPr lang="ja-JP" sz="1700" b="1">
                <a:solidFill>
                  <a:srgbClr val="2A2A2A"/>
                </a:solidFill>
                <a:latin typeface="Arial"/>
                <a:ea typeface="Yu Gothic"/>
              </a:rPr>
              <a:t>① Qi=CiVi　→　② 極性確認　→　③ 総電荷保存　→　④ Vf　→　⑤ U再計算</a:t>
            </a:r>
            <a:endParaRPr lang="ja-JP" sz="1700"/>
          </a:p>
        </p:txBody>
      </p:sp>
      <p:sp>
        <p:nvSpPr>
          <p:cNvPr id="4" name="Shape 4"/>
          <p:cNvSpPr/>
          <p:nvPr/>
        </p:nvSpPr>
        <p:spPr>
          <a:xfrm>
            <a:off x="685800" y="2423160"/>
            <a:ext cx="2971800" cy="2926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B9C5D4"/>
            </a:solidFill>
          </a:ln>
        </p:spPr>
        <p:txBody>
          <a:bodyPr lIns="70000" rIns="70000" tIns="40000" bIns="40000" anchor="ctr"/>
          <a:lstStyle/>
          <a:p>
            <a:pPr algn="l"/>
            <a:r>
              <a:rPr lang="ja-JP" sz="1800" b="0">
                <a:solidFill>
                  <a:srgbClr val="2A2A2A"/>
                </a:solidFill>
                <a:latin typeface="Arial"/>
                <a:ea typeface="Yu Gothic"/>
              </a:rPr>
              <a:t>例：6 μF と 3 μF</a:t>
            </a:r>
            <a:endParaRPr lang="ja-JP" sz="1800"/>
          </a:p>
          <a:p>
            <a:pPr algn="l"/>
            <a:r>
              <a:rPr lang="ja-JP" sz="1800" b="0">
                <a:solidFill>
                  <a:srgbClr val="2A2A2A"/>
                </a:solidFill>
                <a:latin typeface="Arial"/>
                <a:ea typeface="Yu Gothic"/>
              </a:rPr>
              <a:t>直列で12 V充電</a:t>
            </a:r>
            <a:endParaRPr lang="ja-JP" sz="1800"/>
          </a:p>
          <a:p>
            <a:pPr algn="l"/>
            <a:r>
              <a:rPr lang="ja-JP" sz="1800" b="0">
                <a:solidFill>
                  <a:srgbClr val="2A2A2A"/>
                </a:solidFill>
                <a:latin typeface="Arial"/>
                <a:ea typeface="Yu Gothic"/>
              </a:rPr>
              <a:t/>
            </a:r>
            <a:endParaRPr lang="ja-JP" sz="1800"/>
          </a:p>
          <a:p>
            <a:pPr algn="l"/>
            <a:r>
              <a:rPr lang="ja-JP" sz="1800" b="0">
                <a:solidFill>
                  <a:srgbClr val="2A2A2A"/>
                </a:solidFill>
                <a:latin typeface="Arial"/>
                <a:ea typeface="Yu Gothic"/>
              </a:rPr>
              <a:t>Cs=2 μF</a:t>
            </a:r>
            <a:endParaRPr lang="ja-JP" sz="1800"/>
          </a:p>
          <a:p>
            <a:pPr algn="l"/>
            <a:r>
              <a:rPr lang="ja-JP" sz="1800" b="0">
                <a:solidFill>
                  <a:srgbClr val="2A2A2A"/>
                </a:solidFill>
                <a:latin typeface="Arial"/>
                <a:ea typeface="Yu Gothic"/>
              </a:rPr>
              <a:t>各Q=24 μC</a:t>
            </a:r>
            <a:endParaRPr lang="ja-JP" sz="1800"/>
          </a:p>
        </p:txBody>
      </p:sp>
      <p:cxnSp>
        <p:nvCxnSpPr>
          <p:cNvPr id="5" name="Connector 5"/>
          <p:cNvCxnSpPr/>
          <p:nvPr/>
        </p:nvCxnSpPr>
        <p:spPr>
          <a:xfrm>
            <a:off x="3703320" y="3886200"/>
            <a:ext cx="594360" cy="0"/>
          </a:xfrm>
          <a:prstGeom prst="line">
            <a:avLst/>
          </a:prstGeom>
          <a:ln w="25400">
            <a:solidFill>
              <a:srgbClr val="325F96"/>
            </a:solidFill>
            <a:tailEnd type="none"/>
            <a:headEnd type="triangle"/>
          </a:ln>
        </p:spPr>
      </p:cxnSp>
      <p:sp>
        <p:nvSpPr>
          <p:cNvPr id="6" name="Shape 6"/>
          <p:cNvSpPr/>
          <p:nvPr/>
        </p:nvSpPr>
        <p:spPr>
          <a:xfrm>
            <a:off x="4389120" y="2423160"/>
            <a:ext cx="3337560" cy="2926080"/>
          </a:xfrm>
          <a:prstGeom prst="roundRect">
            <a:avLst/>
          </a:prstGeom>
          <a:solidFill>
            <a:srgbClr val="E6EEF7"/>
          </a:solidFill>
          <a:ln w="12700">
            <a:solidFill>
              <a:srgbClr val="325F96"/>
            </a:solidFill>
          </a:ln>
        </p:spPr>
        <p:txBody>
          <a:bodyPr lIns="70000" rIns="70000" tIns="40000" bIns="40000" anchor="ctr"/>
          <a:lstStyle/>
          <a:p>
            <a:pPr algn="l"/>
            <a:r>
              <a:rPr lang="ja-JP" sz="1800" b="0">
                <a:solidFill>
                  <a:srgbClr val="2A2A2A"/>
                </a:solidFill>
                <a:latin typeface="Arial"/>
                <a:ea typeface="Yu Gothic"/>
              </a:rPr>
              <a:t>同極性で並列</a:t>
            </a:r>
            <a:endParaRPr lang="ja-JP" sz="1800"/>
          </a:p>
          <a:p>
            <a:pPr algn="l"/>
            <a:r>
              <a:rPr lang="ja-JP" sz="1800" b="0">
                <a:solidFill>
                  <a:srgbClr val="2A2A2A"/>
                </a:solidFill>
                <a:latin typeface="Arial"/>
                <a:ea typeface="Yu Gothic"/>
              </a:rPr>
              <a:t/>
            </a:r>
            <a:endParaRPr lang="ja-JP" sz="1800"/>
          </a:p>
          <a:p>
            <a:pPr algn="l"/>
            <a:r>
              <a:rPr lang="ja-JP" sz="1800" b="0">
                <a:solidFill>
                  <a:srgbClr val="2A2A2A"/>
                </a:solidFill>
                <a:latin typeface="Arial"/>
                <a:ea typeface="Yu Gothic"/>
              </a:rPr>
              <a:t>Qtotal=48 μC</a:t>
            </a:r>
            <a:endParaRPr lang="ja-JP" sz="1800"/>
          </a:p>
          <a:p>
            <a:pPr algn="l"/>
            <a:r>
              <a:rPr lang="ja-JP" sz="1800" b="0">
                <a:solidFill>
                  <a:srgbClr val="2A2A2A"/>
                </a:solidFill>
                <a:latin typeface="Arial"/>
                <a:ea typeface="Yu Gothic"/>
              </a:rPr>
              <a:t>Cp=9 μF</a:t>
            </a:r>
            <a:endParaRPr lang="ja-JP" sz="1800"/>
          </a:p>
          <a:p>
            <a:pPr algn="l"/>
            <a:r>
              <a:rPr lang="ja-JP" sz="1800" b="0">
                <a:solidFill>
                  <a:srgbClr val="2A2A2A"/>
                </a:solidFill>
                <a:latin typeface="Arial"/>
                <a:ea typeface="Yu Gothic"/>
              </a:rPr>
              <a:t>Vf=5.33 V</a:t>
            </a:r>
            <a:endParaRPr lang="ja-JP" sz="1800"/>
          </a:p>
        </p:txBody>
      </p:sp>
      <p:cxnSp>
        <p:nvCxnSpPr>
          <p:cNvPr id="7" name="Connector 7"/>
          <p:cNvCxnSpPr/>
          <p:nvPr/>
        </p:nvCxnSpPr>
        <p:spPr>
          <a:xfrm>
            <a:off x="7772400" y="3886200"/>
            <a:ext cx="548639" cy="0"/>
          </a:xfrm>
          <a:prstGeom prst="line">
            <a:avLst/>
          </a:prstGeom>
          <a:ln w="25400">
            <a:solidFill>
              <a:srgbClr val="325F96"/>
            </a:solidFill>
            <a:tailEnd type="none"/>
            <a:headEnd type="triangle"/>
          </a:ln>
        </p:spPr>
      </p:cxnSp>
      <p:sp>
        <p:nvSpPr>
          <p:cNvPr id="8" name="Shape 8"/>
          <p:cNvSpPr/>
          <p:nvPr/>
        </p:nvSpPr>
        <p:spPr>
          <a:xfrm>
            <a:off x="8412480" y="2423160"/>
            <a:ext cx="2926080" cy="2926080"/>
          </a:xfrm>
          <a:prstGeom prst="roundRect">
            <a:avLst/>
          </a:prstGeom>
          <a:solidFill>
            <a:srgbClr val="FFF0F0"/>
          </a:solidFill>
          <a:ln w="12700">
            <a:solidFill>
              <a:srgbClr val="A84040"/>
            </a:solidFill>
          </a:ln>
        </p:spPr>
        <p:txBody>
          <a:bodyPr lIns="70000" rIns="70000" tIns="40000" bIns="40000" anchor="ctr"/>
          <a:lstStyle/>
          <a:p>
            <a:pPr algn="l"/>
            <a:r>
              <a:rPr lang="ja-JP" sz="1700" b="0">
                <a:solidFill>
                  <a:srgbClr val="2A2A2A"/>
                </a:solidFill>
                <a:latin typeface="Arial"/>
                <a:ea typeface="Yu Gothic"/>
              </a:rPr>
              <a:t>エネルギー</a:t>
            </a:r>
            <a:endParaRPr lang="ja-JP" sz="1700"/>
          </a:p>
          <a:p>
            <a:pPr algn="l"/>
            <a:r>
              <a:rPr lang="ja-JP" sz="1700" b="0">
                <a:solidFill>
                  <a:srgbClr val="2A2A2A"/>
                </a:solidFill>
                <a:latin typeface="Arial"/>
                <a:ea typeface="Yu Gothic"/>
              </a:rPr>
              <a:t/>
            </a:r>
            <a:endParaRPr lang="ja-JP" sz="1700"/>
          </a:p>
          <a:p>
            <a:pPr algn="l"/>
            <a:r>
              <a:rPr lang="ja-JP" sz="1700" b="0">
                <a:solidFill>
                  <a:srgbClr val="2A2A2A"/>
                </a:solidFill>
                <a:latin typeface="Arial"/>
                <a:ea typeface="Yu Gothic"/>
              </a:rPr>
              <a:t>Ui=144 μJ</a:t>
            </a:r>
            <a:endParaRPr lang="ja-JP" sz="1700"/>
          </a:p>
          <a:p>
            <a:pPr algn="l"/>
            <a:r>
              <a:rPr lang="ja-JP" sz="1700" b="0">
                <a:solidFill>
                  <a:srgbClr val="2A2A2A"/>
                </a:solidFill>
                <a:latin typeface="Arial"/>
                <a:ea typeface="Yu Gothic"/>
              </a:rPr>
              <a:t>Uf=128 μJ</a:t>
            </a:r>
            <a:endParaRPr lang="ja-JP" sz="1700"/>
          </a:p>
          <a:p>
            <a:pPr algn="l"/>
            <a:r>
              <a:rPr lang="ja-JP" sz="1700" b="0">
                <a:solidFill>
                  <a:srgbClr val="2A2A2A"/>
                </a:solidFill>
                <a:latin typeface="Arial"/>
                <a:ea typeface="Yu Gothic"/>
              </a:rPr>
              <a:t/>
            </a:r>
            <a:endParaRPr lang="ja-JP" sz="1700"/>
          </a:p>
          <a:p>
            <a:pPr algn="l"/>
            <a:r>
              <a:rPr lang="ja-JP" sz="1700" b="0">
                <a:solidFill>
                  <a:srgbClr val="2A2A2A"/>
                </a:solidFill>
                <a:latin typeface="Arial"/>
                <a:ea typeface="Yu Gothic"/>
              </a:rPr>
              <a:t>電荷は保存</a:t>
            </a:r>
            <a:endParaRPr lang="ja-JP" sz="1700"/>
          </a:p>
          <a:p>
            <a:pPr algn="l"/>
            <a:r>
              <a:rPr lang="ja-JP" sz="1700" b="0">
                <a:solidFill>
                  <a:srgbClr val="2A2A2A"/>
                </a:solidFill>
                <a:latin typeface="Arial"/>
                <a:ea typeface="Yu Gothic"/>
              </a:rPr>
              <a:t>Uは一般に保存されない</a:t>
            </a:r>
            <a:endParaRPr lang="ja-JP" sz="1700"/>
          </a:p>
        </p:txBody>
      </p:sp>
      <p:sp>
        <p:nvSpPr>
          <p:cNvPr id="9" name="Shape 9"/>
          <p:cNvSpPr/>
          <p:nvPr/>
        </p:nvSpPr>
        <p:spPr>
          <a:xfrm>
            <a:off x="2743200" y="5623560"/>
            <a:ext cx="6766560" cy="59436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B9C5D4"/>
            </a:solidFill>
          </a:ln>
        </p:spPr>
        <p:txBody>
          <a:bodyPr lIns="70000" rIns="70000" tIns="40000" bIns="40000" anchor="ctr"/>
          <a:lstStyle/>
          <a:p>
            <a:pPr algn="ctr"/>
            <a:r>
              <a:rPr lang="ja-JP" sz="1400" b="1">
                <a:solidFill>
                  <a:srgbClr val="2A2A2A"/>
                </a:solidFill>
                <a:latin typeface="Arial"/>
                <a:ea typeface="Yu Gothic"/>
              </a:rPr>
              <a:t>対応: R8上 問6 / R7上 問1</a:t>
            </a:r>
            <a:endParaRPr lang="ja-JP"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mal">
  <a:themeElements>
    <a:clrScheme name="Minimal">
      <a:dk1>
        <a:srgbClr val="1C2D46"/>
      </a:dk1>
      <a:lt1>
        <a:srgbClr val="FAFAF8"/>
      </a:lt1>
      <a:dk2>
        <a:srgbClr val="2A2A2A"/>
      </a:dk2>
      <a:lt2>
        <a:srgbClr val="F0F0F0"/>
      </a:lt2>
      <a:accent1>
        <a:srgbClr val="325F96"/>
      </a:accent1>
      <a:accent2>
        <a:srgbClr val="38785C"/>
      </a:accent2>
      <a:accent3>
        <a:srgbClr val="A84040"/>
      </a:accent3>
      <a:accent4>
        <a:srgbClr val="B48523"/>
      </a:accent4>
      <a:accent5>
        <a:srgbClr val="6E6E6E"/>
      </a:accent5>
      <a:accent6>
        <a:srgbClr val="B9C5D4"/>
      </a:accent6>
      <a:hlink>
        <a:srgbClr val="0000FF"/>
      </a:hlink>
      <a:folHlink>
        <a:srgbClr val="800080"/>
      </a:folHlink>
    </a:clrScheme>
    <a:fontScheme name="Minimal">
      <a:majorFont>
        <a:latin typeface="Arial"/>
        <a:ea typeface="Yu Gothic"/>
        <a:cs typeface="Arial"/>
      </a:majorFont>
      <a:minorFont>
        <a:latin typeface="Arial"/>
        <a:ea typeface="Yu Gothic"/>
        <a:cs typeface="Arial"/>
      </a:minorFont>
    </a:fontScheme>
    <a:fmtScheme name="Minimal">
      <a:fillStyleLst>
        <a:solidFill>
          <a:schemeClr val="phClr"/>
        </a:solidFill>
      </a:fillStyleLst>
      <a:lnStyleLst>
        <a:ln w="1270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