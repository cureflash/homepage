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1  スイッチング・パルス・PWM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731520" y="1280160"/>
            <a:ext cx="1060704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/>
              <a:t>• 理想スイッチ: ON=短絡 / OFF=開放</a:t>
            </a:r>
            <a:endParaRPr lang="ja-JP" sz="1800"/>
          </a:p>
          <a:p>
            <a:r>
              <a:rPr lang="ja-JP" sz="1800"/>
              <a:t>• 0/Eパルス: T=1/f, D=T_ON/T, 平均値=DE, 実効値=E√D</a:t>
            </a:r>
            <a:endParaRPr lang="ja-JP" sz="1800"/>
          </a:p>
          <a:p>
            <a:r>
              <a:rPr lang="ja-JP" sz="1800"/>
              <a:t>• PWM: ON時間（パルス幅）を変えて基本波成分を制御する考え方</a:t>
            </a:r>
            <a:endParaRPr lang="ja-JP" sz="1800"/>
          </a:p>
          <a:p>
            <a:r>
              <a:rPr lang="ja-JP" sz="1800"/>
              <a:t>• トランジスタは高速ON/OFFスイッチとして捉える。</a:t>
            </a:r>
            <a:endParaRPr lang="ja-JP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2  基本波・高調波と電力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731520" y="1280160"/>
            <a:ext cx="1060704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/>
              <a:t>• 非正弦波 = 基本波 + 高調波（高調波周波数は基本波の整数倍）</a:t>
            </a:r>
            <a:endParaRPr lang="ja-JP" sz="1800"/>
          </a:p>
          <a:p>
            <a:r>
              <a:rPr lang="ja-JP" sz="1800"/>
              <a:t>• ひずみ波の有効電力: P = Σ Vₙ Iₙ cosφₙ</a:t>
            </a:r>
            <a:endParaRPr lang="ja-JP" sz="1800"/>
          </a:p>
          <a:p>
            <a:r>
              <a:rPr lang="ja-JP" sz="1800"/>
              <a:t>• 抵抗負荷: P = R Σ Iₙ²</a:t>
            </a:r>
            <a:endParaRPr lang="ja-JP" sz="1800"/>
          </a:p>
          <a:p>
            <a:r>
              <a:rPr lang="ja-JP" sz="1800"/>
              <a:t>• 波形率 = 実効値 / 整流平均値、波高率 = 最大値 / 実効値</a:t>
            </a:r>
            <a:endParaRPr lang="ja-JP" sz="1800"/>
          </a:p>
          <a:p>
            <a:r>
              <a:rPr lang="ja-JP" sz="1800"/>
              <a:t>• 固定過去問: R6上 理論9 / R4下 理論8 / H29 理論9</a:t>
            </a:r>
            <a:endParaRPr lang="ja-JP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3  理想ダイオードの波形追跡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731520" y="1280160"/>
            <a:ext cx="1060704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/>
              <a:t>• 1. 各時間区間でアノードAとカソードKの電位を比較</a:t>
            </a:r>
            <a:endParaRPr lang="ja-JP" sz="1800"/>
          </a:p>
          <a:p>
            <a:r>
              <a:rPr lang="ja-JP" sz="1800"/>
              <a:t>• 2. A&gt;KならON、A&lt;KならOFF（理想D）</a:t>
            </a:r>
            <a:endParaRPr lang="ja-JP" sz="1800"/>
          </a:p>
          <a:p>
            <a:r>
              <a:rPr lang="ja-JP" sz="1800"/>
              <a:t>• 3. ON→短絡、OFF→開放に置換して出力電圧を求める</a:t>
            </a:r>
            <a:endParaRPr lang="ja-JP" sz="1800"/>
          </a:p>
          <a:p>
            <a:r>
              <a:rPr lang="ja-JP" sz="1800"/>
              <a:t>• 4. 仮定と矛盾しないか確認し、全区間を繰り返す</a:t>
            </a:r>
            <a:endParaRPr lang="ja-JP" sz="1800"/>
          </a:p>
          <a:p>
            <a:r>
              <a:rPr lang="ja-JP" sz="1800"/>
              <a:t>• 直流基準電圧付きクリッパも同じ手順。固定過去問: H30 理論13</a:t>
            </a:r>
            <a:endParaRPr lang="ja-JP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4  三相インバータと新幹線への接続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731520" y="1280160"/>
            <a:ext cx="1060704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/>
              <a:t>• 直流リンク → 半導体スイッチング → U/V/W相 → 三相交流 → 主電動機</a:t>
            </a:r>
            <a:endParaRPr lang="ja-JP" sz="1800"/>
          </a:p>
          <a:p>
            <a:r>
              <a:rPr lang="ja-JP" sz="1800"/>
              <a:t>• U相基本波 0° / V相 -120° / W相 +120°</a:t>
            </a:r>
            <a:endParaRPr lang="ja-JP" sz="1800"/>
          </a:p>
          <a:p>
            <a:r>
              <a:rPr lang="ja-JP" sz="1800"/>
              <a:t>• 各相の出力はパルス状でも、基本波成分を120°ずつずらして三相を作る。</a:t>
            </a:r>
            <a:endParaRPr lang="ja-JP" sz="1800"/>
          </a:p>
          <a:p>
            <a:r>
              <a:rPr lang="ja-JP" sz="1800"/>
              <a:t>• 増幅率 Aᵥ=Vₒ/Vᵢ。理想OPアンプ（負帰還・線形動作）: 入力電流0、V₊≈V₋。</a:t>
            </a:r>
            <a:endParaRPr lang="ja-JP" sz="1800"/>
          </a:p>
          <a:p>
            <a:r>
              <a:rPr lang="ja-JP" sz="1800"/>
              <a:t>• 範囲外: 詳細PWM方式・変調率・V/f制御・デッドタイム・測定誤差</a:t>
            </a:r>
            <a:endParaRPr lang="ja-JP" sz="1800"/>
          </a:p>
        </p:txBody>
      </p:sp>
    </p:spTree>
  </p:cSld>
  <p:clrMapOvr>
    <a:masterClrMapping/>
  </p:clrMapOvr>
</p:sld>
</file>